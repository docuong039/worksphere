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83" r:id="rId2"/>
    <p:sldId id="279" r:id="rId3"/>
    <p:sldId id="280" r:id="rId4"/>
    <p:sldId id="284" r:id="rId5"/>
    <p:sldId id="286" r:id="rId6"/>
    <p:sldId id="287" r:id="rId7"/>
    <p:sldId id="288" r:id="rId8"/>
    <p:sldId id="289" r:id="rId9"/>
    <p:sldId id="285" r:id="rId10"/>
    <p:sldId id="281" r:id="rId11"/>
    <p:sldId id="28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E8CDD7-BD95-4144-8047-2AA54901E5C2}" v="34" dt="2025-10-31T16:08:25.8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ạnh Tài Nguyễn" userId="7c1d53bb1f78fd74" providerId="LiveId" clId="{D37044FD-CFB4-44E4-9782-3302BA111509}"/>
    <pc:docChg chg="custSel modSld">
      <pc:chgData name="Mạnh Tài Nguyễn" userId="7c1d53bb1f78fd74" providerId="LiveId" clId="{D37044FD-CFB4-44E4-9782-3302BA111509}" dt="2025-10-31T16:08:25.871" v="34" actId="5793"/>
      <pc:docMkLst>
        <pc:docMk/>
      </pc:docMkLst>
      <pc:sldChg chg="modSp mod">
        <pc:chgData name="Mạnh Tài Nguyễn" userId="7c1d53bb1f78fd74" providerId="LiveId" clId="{D37044FD-CFB4-44E4-9782-3302BA111509}" dt="2025-10-31T16:08:25.871" v="34" actId="5793"/>
        <pc:sldMkLst>
          <pc:docMk/>
          <pc:sldMk cId="3899595345" sldId="283"/>
        </pc:sldMkLst>
        <pc:spChg chg="mod">
          <ac:chgData name="Mạnh Tài Nguyễn" userId="7c1d53bb1f78fd74" providerId="LiveId" clId="{D37044FD-CFB4-44E4-9782-3302BA111509}" dt="2025-10-31T16:07:12.136" v="0"/>
          <ac:spMkLst>
            <pc:docMk/>
            <pc:sldMk cId="3899595345" sldId="283"/>
            <ac:spMk id="4" creationId="{0F1A6840-67E9-4218-B895-83D940584B30}"/>
          </ac:spMkLst>
        </pc:spChg>
        <pc:spChg chg="mod">
          <ac:chgData name="Mạnh Tài Nguyễn" userId="7c1d53bb1f78fd74" providerId="LiveId" clId="{D37044FD-CFB4-44E4-9782-3302BA111509}" dt="2025-10-31T16:08:25.871" v="34" actId="5793"/>
          <ac:spMkLst>
            <pc:docMk/>
            <pc:sldMk cId="3899595345" sldId="283"/>
            <ac:spMk id="205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6C3572-1F07-4B0E-83C7-B1619751ECE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546078-E9E2-42E1-B269-702DBDB43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658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1A99E3-C20F-455C-83E5-A8FDD3319EF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0568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1544301" y="5661621"/>
            <a:ext cx="990599" cy="304799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D01B09-9BFA-4E25-B6F7-A45121277496}" type="datetime1">
              <a:rPr kumimoji="0" lang="vi-V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  <a:alpha val="6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31/10/2025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  <a:alpha val="60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10102014" y="3225298"/>
            <a:ext cx="3859795" cy="304801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75000"/>
                    <a:alpha val="60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TTDN NGÀNH CÔNG NGHỆ THÔNG TIN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0C7B89-DD4F-4E91-A2A1-3232DCDE5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2002" y="6317274"/>
            <a:ext cx="546389" cy="540726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5120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7408" y="1412776"/>
            <a:ext cx="10657184" cy="3364605"/>
          </a:xfrm>
        </p:spPr>
        <p:txBody>
          <a:bodyPr anchor="b"/>
          <a:lstStyle>
            <a:lvl1pPr algn="ctr">
              <a:defRPr sz="4000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7408" y="4777380"/>
            <a:ext cx="10657184" cy="2035996"/>
          </a:xfrm>
        </p:spPr>
        <p:txBody>
          <a:bodyPr anchor="t"/>
          <a:lstStyle>
            <a:lvl1pPr marL="0" indent="0" algn="l">
              <a:buNone/>
              <a:tabLst>
                <a:tab pos="5029200" algn="l"/>
              </a:tabLst>
              <a:defRPr cap="all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55289C-09C2-4FA6-9DE7-15D89A7144DF}" type="datetime1">
              <a:rPr kumimoji="0" lang="vi-V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  <a:alpha val="6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31/10/2025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  <a:alpha val="60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75000"/>
                    <a:alpha val="60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TTDN NGÀNH CÔNG NGHỆ THÔNG TIN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2C2E7B-FAEE-4473-973E-7C44C6EF5882}"/>
              </a:ext>
            </a:extLst>
          </p:cNvPr>
          <p:cNvSpPr txBox="1"/>
          <p:nvPr userDrawn="1"/>
        </p:nvSpPr>
        <p:spPr>
          <a:xfrm>
            <a:off x="1154955" y="44624"/>
            <a:ext cx="88256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TRƯỜNG ĐẠI HỌC MỎ - ĐỊA CHẤT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4270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09A250-FF31-4206-8172-F9D3106AACB1}" type="datetimeFigureOut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75000"/>
                    <a:alpha val="60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10/31/2025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  <a:alpha val="60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75000"/>
                    <a:alpha val="60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TTDN NGÀNH CÔNG NGHỆ THÔNG TIN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02111984F565}" type="slidenum"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466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5133" y="149875"/>
            <a:ext cx="10275404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132" y="1550406"/>
            <a:ext cx="10923476" cy="5290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1513740" y="5500092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27F032A-4D12-4362-8B1C-673C2DC6E831}" type="datetime1">
              <a:rPr lang="vi-VN" smtClean="0"/>
              <a:t>31/10/2025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0076093" y="304625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TTDN  NGÀNH CÔNG NGHỆ THÔNG TIN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2002" y="6317274"/>
            <a:ext cx="546389" cy="540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0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B2A04-9C13-4F82-979F-A07DDDC58AF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67C8A34-681B-4BD7-9AE3-1AB4C7391DB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496" y="-479846"/>
            <a:ext cx="2015934" cy="201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197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b="0" i="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800" b="0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1A6840-67E9-4218-B895-83D940584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408" y="1268760"/>
            <a:ext cx="10657184" cy="3364605"/>
          </a:xfrm>
        </p:spPr>
        <p:txBody>
          <a:bodyPr/>
          <a:lstStyle/>
          <a:p>
            <a:r>
              <a:rPr lang="en-US" err="1"/>
              <a:t>Tên</a:t>
            </a:r>
            <a:r>
              <a:rPr lang="en-US"/>
              <a:t> </a:t>
            </a:r>
            <a:r>
              <a:rPr lang="en-US" err="1"/>
              <a:t>đề</a:t>
            </a:r>
            <a:r>
              <a:rPr lang="en-US"/>
              <a:t> </a:t>
            </a:r>
            <a:r>
              <a:rPr lang="en-US" err="1"/>
              <a:t>tài</a:t>
            </a:r>
            <a:r>
              <a:rPr lang="en-US"/>
              <a:t>: </a:t>
            </a:r>
            <a:br>
              <a:rPr lang="en-US"/>
            </a:br>
            <a:r>
              <a:rPr lang="en-US"/>
              <a:t>THỰC TRẠNG &amp; PHÁT TRIỂN NGUỒN NHÂN LỰC CÔNG NGHỆ THÔNG TIN TẠI VIỆT NAM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>
                <a:latin typeface="Times New Roman" pitchFamily="18" charset="0"/>
                <a:cs typeface="Times New Roman" pitchFamily="18" charset="0"/>
              </a:rPr>
              <a:t>Sinh </a:t>
            </a:r>
            <a:r>
              <a:rPr lang="en-GB" sz="2800" err="1">
                <a:latin typeface="Times New Roman" pitchFamily="18" charset="0"/>
                <a:cs typeface="Times New Roman" pitchFamily="18" charset="0"/>
              </a:rPr>
              <a:t>viên</a:t>
            </a:r>
            <a:r>
              <a:rPr lang="en-GB" sz="28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err="1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GB" sz="28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err="1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GB" sz="2800">
                <a:latin typeface="Times New Roman" pitchFamily="18" charset="0"/>
                <a:cs typeface="Times New Roman" pitchFamily="18" charset="0"/>
              </a:rPr>
              <a:t>: 	ng</a:t>
            </a:r>
            <a:r>
              <a:rPr lang="en-GB">
                <a:latin typeface="Times New Roman" pitchFamily="18" charset="0"/>
                <a:cs typeface="Times New Roman" pitchFamily="18" charset="0"/>
              </a:rPr>
              <a:t>Ô</a:t>
            </a:r>
            <a:r>
              <a:rPr lang="en-GB" sz="28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>
                <a:latin typeface="Times New Roman" pitchFamily="18" charset="0"/>
                <a:cs typeface="Times New Roman" pitchFamily="18" charset="0"/>
              </a:rPr>
              <a:t>Mạnh </a:t>
            </a:r>
            <a:r>
              <a:rPr lang="en-GB" err="1">
                <a:latin typeface="Times New Roman" pitchFamily="18" charset="0"/>
                <a:cs typeface="Times New Roman" pitchFamily="18" charset="0"/>
              </a:rPr>
              <a:t>tài</a:t>
            </a:r>
            <a:endParaRPr lang="en-GB" sz="280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GB" sz="2800">
                <a:latin typeface="Times New Roman" pitchFamily="18" charset="0"/>
                <a:cs typeface="Times New Roman" pitchFamily="18" charset="0"/>
              </a:rPr>
              <a:t>MSSV: 	2121051…</a:t>
            </a:r>
          </a:p>
          <a:p>
            <a:pPr>
              <a:lnSpc>
                <a:spcPct val="90000"/>
              </a:lnSpc>
            </a:pPr>
            <a:r>
              <a:rPr lang="en-GB" sz="2800" err="1">
                <a:latin typeface="Times New Roman" pitchFamily="18" charset="0"/>
                <a:cs typeface="Times New Roman" pitchFamily="18" charset="0"/>
              </a:rPr>
              <a:t>Giáo</a:t>
            </a:r>
            <a:r>
              <a:rPr lang="en-GB" sz="28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err="1">
                <a:latin typeface="Times New Roman" pitchFamily="18" charset="0"/>
                <a:cs typeface="Times New Roman" pitchFamily="18" charset="0"/>
              </a:rPr>
              <a:t>viên</a:t>
            </a:r>
            <a:r>
              <a:rPr lang="en-GB" sz="28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err="1"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GB" sz="28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err="1">
                <a:latin typeface="Times New Roman" pitchFamily="18" charset="0"/>
                <a:cs typeface="Times New Roman" pitchFamily="18" charset="0"/>
              </a:rPr>
              <a:t>dẫn</a:t>
            </a:r>
            <a:r>
              <a:rPr lang="en-GB" sz="2800">
                <a:latin typeface="Times New Roman" pitchFamily="18" charset="0"/>
                <a:cs typeface="Times New Roman" pitchFamily="18" charset="0"/>
              </a:rPr>
              <a:t>:	…</a:t>
            </a:r>
          </a:p>
          <a:p>
            <a:pPr>
              <a:lnSpc>
                <a:spcPct val="90000"/>
              </a:lnSpc>
            </a:pPr>
            <a:r>
              <a:rPr lang="en-GB" sz="2800">
                <a:latin typeface="Times New Roman" pitchFamily="18" charset="0"/>
                <a:cs typeface="Times New Roman" pitchFamily="18" charset="0"/>
              </a:rPr>
              <a:t>LỚP:	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…</a:t>
            </a:r>
            <a:endParaRPr lang="en-GB" sz="280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595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</a:t>
            </a:r>
            <a:r>
              <a:rPr lang="en-US" err="1"/>
              <a:t>Giới</a:t>
            </a:r>
            <a:r>
              <a:rPr lang="en-US"/>
              <a:t> </a:t>
            </a:r>
            <a:r>
              <a:rPr lang="en-US" err="1"/>
              <a:t>thiệu</a:t>
            </a:r>
            <a:r>
              <a:rPr lang="en-US"/>
              <a:t> </a:t>
            </a:r>
            <a:r>
              <a:rPr lang="en-US" err="1"/>
              <a:t>doanh</a:t>
            </a:r>
            <a:r>
              <a:rPr lang="en-US"/>
              <a:t> </a:t>
            </a:r>
            <a:r>
              <a:rPr lang="en-US" err="1"/>
              <a:t>nghiệp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Tên</a:t>
            </a:r>
            <a:r>
              <a:rPr lang="en-US"/>
              <a:t>: </a:t>
            </a:r>
            <a:r>
              <a:rPr lang="vi-VN"/>
              <a:t>Công ty Cổ phần đầu tư thương mại và công nghệ BKT.</a:t>
            </a:r>
            <a:endParaRPr lang="en-US"/>
          </a:p>
          <a:p>
            <a:r>
              <a:rPr lang="en-US" err="1"/>
              <a:t>Địa</a:t>
            </a:r>
            <a:r>
              <a:rPr lang="en-US"/>
              <a:t> </a:t>
            </a:r>
            <a:r>
              <a:rPr lang="en-US" err="1"/>
              <a:t>chỉ</a:t>
            </a:r>
            <a:r>
              <a:rPr lang="en-US"/>
              <a:t>: </a:t>
            </a:r>
            <a:r>
              <a:rPr lang="vi-VN"/>
              <a:t>Liền Kề C39 Embassy Garden, đường Hoàng Minh Thảo, Phường Xuân Tảo, Quận Bắc Từ Liêm, Thành phố Hà Nội.</a:t>
            </a:r>
            <a:endParaRPr lang="en-US"/>
          </a:p>
          <a:p>
            <a:r>
              <a:rPr lang="en-US"/>
              <a:t>Website: bkt.net.vn</a:t>
            </a:r>
          </a:p>
          <a:p>
            <a:r>
              <a:rPr lang="en-US" err="1"/>
              <a:t>Điện</a:t>
            </a:r>
            <a:r>
              <a:rPr lang="en-US"/>
              <a:t> </a:t>
            </a:r>
            <a:r>
              <a:rPr lang="en-US" err="1"/>
              <a:t>thoại</a:t>
            </a:r>
            <a:r>
              <a:rPr lang="en-US"/>
              <a:t>: 0243 752 5253</a:t>
            </a:r>
          </a:p>
          <a:p>
            <a:r>
              <a:rPr lang="en-US" err="1"/>
              <a:t>Họ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tên</a:t>
            </a:r>
            <a:r>
              <a:rPr lang="en-US"/>
              <a:t> </a:t>
            </a:r>
            <a:r>
              <a:rPr lang="en-US" err="1"/>
              <a:t>giám</a:t>
            </a:r>
            <a:r>
              <a:rPr lang="en-US"/>
              <a:t> </a:t>
            </a:r>
            <a:r>
              <a:rPr lang="en-US" err="1"/>
              <a:t>đốc</a:t>
            </a:r>
            <a:r>
              <a:rPr lang="en-US"/>
              <a:t>: Phạm Thị Trang</a:t>
            </a:r>
          </a:p>
          <a:p>
            <a:r>
              <a:rPr lang="en-US" err="1"/>
              <a:t>Mã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thuế</a:t>
            </a:r>
            <a:r>
              <a:rPr lang="en-US"/>
              <a:t>: 0107812942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E2A69B-FDB5-4466-BB51-CBA224CE8AC8}" type="datetime1">
              <a:rPr kumimoji="0" lang="vi-V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  <a:alpha val="6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31/10/2025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  <a:alpha val="60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75000"/>
                    <a:alpha val="60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TTDN NGÀNH CÔNG NGHỆ THÔNG TIN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26" name="Picture 2" descr="BKT">
            <a:extLst>
              <a:ext uri="{FF2B5EF4-FFF2-40B4-BE49-F238E27FC236}">
                <a16:creationId xmlns:a16="http://schemas.microsoft.com/office/drawing/2014/main" id="{E0B7BA03-CED4-9513-E841-2E6CFFE50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080" y="2996952"/>
            <a:ext cx="4439928" cy="3477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7049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</a:t>
            </a:r>
            <a:r>
              <a:rPr lang="en-US" err="1"/>
              <a:t>Giới</a:t>
            </a:r>
            <a:r>
              <a:rPr lang="en-US"/>
              <a:t> </a:t>
            </a:r>
            <a:r>
              <a:rPr lang="en-US" err="1"/>
              <a:t>thiệu</a:t>
            </a:r>
            <a:r>
              <a:rPr lang="en-US"/>
              <a:t> </a:t>
            </a:r>
            <a:r>
              <a:rPr lang="en-US" err="1"/>
              <a:t>đề</a:t>
            </a:r>
            <a:r>
              <a:rPr lang="en-US"/>
              <a:t> </a:t>
            </a:r>
            <a:r>
              <a:rPr lang="en-US" err="1"/>
              <a:t>tài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/>
              <a:t>Tên</a:t>
            </a:r>
            <a:r>
              <a:rPr lang="en-US"/>
              <a:t> </a:t>
            </a:r>
            <a:r>
              <a:rPr lang="en-US" err="1"/>
              <a:t>đề</a:t>
            </a:r>
            <a:r>
              <a:rPr lang="en-US"/>
              <a:t> </a:t>
            </a:r>
            <a:r>
              <a:rPr lang="en-US" err="1"/>
              <a:t>tài</a:t>
            </a:r>
            <a:r>
              <a:rPr lang="en-US"/>
              <a:t>: </a:t>
            </a:r>
            <a:r>
              <a:rPr lang="en-US" err="1"/>
              <a:t>Tìm</a:t>
            </a:r>
            <a:r>
              <a:rPr lang="en-US"/>
              <a:t> </a:t>
            </a:r>
            <a:r>
              <a:rPr lang="en-US" err="1"/>
              <a:t>hiểu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xây</a:t>
            </a:r>
            <a:r>
              <a:rPr lang="en-US"/>
              <a:t> </a:t>
            </a:r>
            <a:r>
              <a:rPr lang="en-US" err="1"/>
              <a:t>dựng</a:t>
            </a:r>
            <a:r>
              <a:rPr lang="en-US"/>
              <a:t> game </a:t>
            </a:r>
            <a:r>
              <a:rPr lang="en-US" err="1"/>
              <a:t>hỗ</a:t>
            </a:r>
            <a:r>
              <a:rPr lang="en-US"/>
              <a:t> </a:t>
            </a:r>
            <a:r>
              <a:rPr lang="en-US" err="1"/>
              <a:t>trợ</a:t>
            </a:r>
            <a:r>
              <a:rPr lang="en-US"/>
              <a:t> </a:t>
            </a:r>
            <a:r>
              <a:rPr lang="en-US" err="1"/>
              <a:t>việc</a:t>
            </a:r>
            <a:r>
              <a:rPr lang="en-US"/>
              <a:t> </a:t>
            </a:r>
            <a:r>
              <a:rPr lang="en-US" err="1"/>
              <a:t>dạy</a:t>
            </a:r>
            <a:r>
              <a:rPr lang="en-US"/>
              <a:t> </a:t>
            </a:r>
            <a:r>
              <a:rPr lang="en-US" err="1"/>
              <a:t>học</a:t>
            </a:r>
            <a:r>
              <a:rPr lang="en-US"/>
              <a:t>.</a:t>
            </a:r>
          </a:p>
          <a:p>
            <a:r>
              <a:rPr lang="en-US"/>
              <a:t>Lý do </a:t>
            </a:r>
            <a:r>
              <a:rPr lang="en-US" err="1"/>
              <a:t>chọn</a:t>
            </a:r>
            <a:r>
              <a:rPr lang="en-US"/>
              <a:t> </a:t>
            </a:r>
            <a:r>
              <a:rPr lang="en-US" err="1"/>
              <a:t>đề</a:t>
            </a:r>
            <a:r>
              <a:rPr lang="en-US"/>
              <a:t> </a:t>
            </a:r>
            <a:r>
              <a:rPr lang="en-US" err="1"/>
              <a:t>tài</a:t>
            </a:r>
            <a:r>
              <a:rPr lang="en-US"/>
              <a:t>: </a:t>
            </a:r>
            <a:r>
              <a:rPr lang="en-US" err="1"/>
              <a:t>Yêu</a:t>
            </a:r>
            <a:r>
              <a:rPr lang="en-US"/>
              <a:t> </a:t>
            </a:r>
            <a:r>
              <a:rPr lang="en-US" err="1"/>
              <a:t>thích</a:t>
            </a:r>
            <a:r>
              <a:rPr lang="en-US"/>
              <a:t> </a:t>
            </a:r>
            <a:r>
              <a:rPr lang="en-US" err="1"/>
              <a:t>công</a:t>
            </a:r>
            <a:r>
              <a:rPr lang="en-US"/>
              <a:t> </a:t>
            </a:r>
            <a:r>
              <a:rPr lang="en-US" err="1"/>
              <a:t>nghệ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sự</a:t>
            </a:r>
            <a:r>
              <a:rPr lang="en-US"/>
              <a:t> </a:t>
            </a:r>
            <a:r>
              <a:rPr lang="en-US" err="1"/>
              <a:t>quan</a:t>
            </a:r>
            <a:r>
              <a:rPr lang="en-US"/>
              <a:t> </a:t>
            </a:r>
            <a:r>
              <a:rPr lang="en-US" err="1"/>
              <a:t>tâm</a:t>
            </a:r>
            <a:r>
              <a:rPr lang="en-US"/>
              <a:t> </a:t>
            </a:r>
            <a:r>
              <a:rPr lang="en-US" err="1"/>
              <a:t>đến</a:t>
            </a:r>
            <a:r>
              <a:rPr lang="en-US"/>
              <a:t> </a:t>
            </a:r>
            <a:r>
              <a:rPr lang="en-US" err="1"/>
              <a:t>ngành</a:t>
            </a:r>
            <a:r>
              <a:rPr lang="en-US"/>
              <a:t> </a:t>
            </a:r>
            <a:r>
              <a:rPr lang="en-US" err="1"/>
              <a:t>giáo</a:t>
            </a:r>
            <a:r>
              <a:rPr lang="en-US"/>
              <a:t> </a:t>
            </a:r>
            <a:r>
              <a:rPr lang="en-US" err="1"/>
              <a:t>dục</a:t>
            </a:r>
            <a:r>
              <a:rPr lang="en-US"/>
              <a:t>.</a:t>
            </a:r>
          </a:p>
          <a:p>
            <a:r>
              <a:rPr lang="en-US" err="1"/>
              <a:t>Mục</a:t>
            </a:r>
            <a:r>
              <a:rPr lang="en-US"/>
              <a:t> </a:t>
            </a:r>
            <a:r>
              <a:rPr lang="en-US" err="1"/>
              <a:t>tiêu</a:t>
            </a:r>
            <a:r>
              <a:rPr lang="en-US"/>
              <a:t>: </a:t>
            </a:r>
            <a:r>
              <a:rPr lang="vi-VN"/>
              <a:t>Tạo các trò chơi giáo dục đơn giản giúp giáo viên, học sinh tương tác học tập hiệu quả.</a:t>
            </a:r>
            <a:endParaRPr lang="en-US"/>
          </a:p>
          <a:p>
            <a:r>
              <a:rPr lang="en-US" err="1"/>
              <a:t>Đối</a:t>
            </a:r>
            <a:r>
              <a:rPr lang="en-US"/>
              <a:t> </a:t>
            </a:r>
            <a:r>
              <a:rPr lang="en-US" err="1"/>
              <a:t>tượng</a:t>
            </a:r>
            <a:r>
              <a:rPr lang="en-US"/>
              <a:t> </a:t>
            </a:r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: </a:t>
            </a:r>
            <a:r>
              <a:rPr lang="en-US" err="1"/>
              <a:t>Giáo</a:t>
            </a:r>
            <a:r>
              <a:rPr lang="en-US"/>
              <a:t> </a:t>
            </a:r>
            <a:r>
              <a:rPr lang="en-US" err="1"/>
              <a:t>viên</a:t>
            </a:r>
            <a:r>
              <a:rPr lang="en-US"/>
              <a:t>, </a:t>
            </a:r>
            <a:r>
              <a:rPr lang="en-US" err="1"/>
              <a:t>học</a:t>
            </a:r>
            <a:r>
              <a:rPr lang="en-US"/>
              <a:t> </a:t>
            </a:r>
            <a:r>
              <a:rPr lang="en-US" err="1"/>
              <a:t>sinh</a:t>
            </a:r>
            <a:r>
              <a:rPr lang="en-US"/>
              <a:t>.</a:t>
            </a:r>
          </a:p>
          <a:p>
            <a:r>
              <a:rPr lang="en-US" err="1"/>
              <a:t>Đề</a:t>
            </a:r>
            <a:r>
              <a:rPr lang="en-US"/>
              <a:t> </a:t>
            </a:r>
            <a:r>
              <a:rPr lang="en-US" err="1"/>
              <a:t>tài</a:t>
            </a:r>
            <a:r>
              <a:rPr lang="en-US"/>
              <a:t> </a:t>
            </a:r>
            <a:r>
              <a:rPr lang="en-US" err="1"/>
              <a:t>ứng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quy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phát</a:t>
            </a:r>
            <a:r>
              <a:rPr lang="en-US"/>
              <a:t> </a:t>
            </a:r>
            <a:r>
              <a:rPr lang="en-US" err="1"/>
              <a:t>triển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mềm</a:t>
            </a:r>
            <a:r>
              <a:rPr lang="en-US"/>
              <a:t>: </a:t>
            </a:r>
            <a:r>
              <a:rPr lang="en-US" err="1"/>
              <a:t>Phân</a:t>
            </a:r>
            <a:r>
              <a:rPr lang="en-US"/>
              <a:t> </a:t>
            </a:r>
            <a:r>
              <a:rPr lang="en-US" err="1"/>
              <a:t>tích</a:t>
            </a:r>
            <a:r>
              <a:rPr lang="en-US"/>
              <a:t> </a:t>
            </a:r>
            <a:r>
              <a:rPr lang="en-US" err="1"/>
              <a:t>yêu</a:t>
            </a:r>
            <a:r>
              <a:rPr lang="en-US"/>
              <a:t> </a:t>
            </a:r>
            <a:r>
              <a:rPr lang="en-US" err="1"/>
              <a:t>cầu</a:t>
            </a:r>
            <a:r>
              <a:rPr lang="en-US"/>
              <a:t>, </a:t>
            </a:r>
            <a:r>
              <a:rPr lang="en-US" err="1"/>
              <a:t>thiết</a:t>
            </a:r>
            <a:r>
              <a:rPr lang="en-US"/>
              <a:t> </a:t>
            </a:r>
            <a:r>
              <a:rPr lang="en-US" err="1"/>
              <a:t>kế</a:t>
            </a:r>
            <a:r>
              <a:rPr lang="en-US"/>
              <a:t>, </a:t>
            </a:r>
            <a:r>
              <a:rPr lang="en-US" err="1"/>
              <a:t>lập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, </a:t>
            </a:r>
            <a:r>
              <a:rPr lang="en-US" err="1"/>
              <a:t>kiểm</a:t>
            </a:r>
            <a:r>
              <a:rPr lang="en-US"/>
              <a:t> </a:t>
            </a:r>
            <a:r>
              <a:rPr lang="en-US" err="1"/>
              <a:t>thử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hoàn</a:t>
            </a:r>
            <a:r>
              <a:rPr lang="en-US"/>
              <a:t> </a:t>
            </a:r>
            <a:r>
              <a:rPr lang="en-US" err="1"/>
              <a:t>thiện</a:t>
            </a:r>
            <a:r>
              <a:rPr lang="en-US"/>
              <a:t> </a:t>
            </a:r>
            <a:r>
              <a:rPr lang="en-US" err="1"/>
              <a:t>sản</a:t>
            </a:r>
            <a:r>
              <a:rPr lang="en-US"/>
              <a:t> </a:t>
            </a:r>
            <a:r>
              <a:rPr lang="en-US" err="1"/>
              <a:t>phẩm</a:t>
            </a:r>
            <a:r>
              <a:rPr lang="en-US"/>
              <a:t>.</a:t>
            </a:r>
          </a:p>
          <a:p>
            <a:r>
              <a:rPr lang="en-US" err="1"/>
              <a:t>Đề</a:t>
            </a:r>
            <a:r>
              <a:rPr lang="en-US"/>
              <a:t> </a:t>
            </a:r>
            <a:r>
              <a:rPr lang="en-US" err="1"/>
              <a:t>tài</a:t>
            </a:r>
            <a:r>
              <a:rPr lang="en-US"/>
              <a:t> </a:t>
            </a:r>
            <a:r>
              <a:rPr lang="en-US" err="1"/>
              <a:t>tích</a:t>
            </a:r>
            <a:r>
              <a:rPr lang="en-US"/>
              <a:t> </a:t>
            </a:r>
            <a:r>
              <a:rPr lang="en-US" err="1"/>
              <a:t>hợp</a:t>
            </a:r>
            <a:r>
              <a:rPr lang="en-US"/>
              <a:t> </a:t>
            </a:r>
            <a:r>
              <a:rPr lang="en-US" err="1"/>
              <a:t>giao</a:t>
            </a:r>
            <a:r>
              <a:rPr lang="en-US"/>
              <a:t> </a:t>
            </a:r>
            <a:r>
              <a:rPr lang="en-US" err="1"/>
              <a:t>diện</a:t>
            </a:r>
            <a:r>
              <a:rPr lang="en-US"/>
              <a:t> </a:t>
            </a:r>
            <a:r>
              <a:rPr lang="en-US" err="1"/>
              <a:t>người</a:t>
            </a:r>
            <a:r>
              <a:rPr lang="en-US"/>
              <a:t> </a:t>
            </a:r>
            <a:r>
              <a:rPr lang="en-US" err="1"/>
              <a:t>dùng</a:t>
            </a:r>
            <a:r>
              <a:rPr lang="en-US"/>
              <a:t> (UI), </a:t>
            </a:r>
            <a:r>
              <a:rPr lang="en-US" err="1"/>
              <a:t>tương</a:t>
            </a:r>
            <a:r>
              <a:rPr lang="en-US"/>
              <a:t> </a:t>
            </a:r>
            <a:r>
              <a:rPr lang="en-US" err="1"/>
              <a:t>tác</a:t>
            </a:r>
            <a:r>
              <a:rPr lang="en-US"/>
              <a:t> (UX)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kỹ</a:t>
            </a:r>
            <a:r>
              <a:rPr lang="en-US"/>
              <a:t> </a:t>
            </a:r>
            <a:r>
              <a:rPr lang="en-US" err="1"/>
              <a:t>thuật</a:t>
            </a:r>
            <a:r>
              <a:rPr lang="en-US"/>
              <a:t> </a:t>
            </a:r>
            <a:r>
              <a:rPr lang="en-US" err="1"/>
              <a:t>lập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 logic.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D01B09-9BFA-4E25-B6F7-A45121277496}" type="datetime1">
              <a:rPr kumimoji="0" lang="vi-V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  <a:alpha val="6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31/10/2025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  <a:alpha val="60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75000"/>
                    <a:alpha val="60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TTDN NGÀNH CÔNG NGHỆ THÔNG TIN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597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FF659-0541-4839-90F9-B723AE05D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Công </a:t>
            </a:r>
            <a:r>
              <a:rPr lang="en-US" err="1"/>
              <a:t>việc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giao</a:t>
            </a:r>
            <a:r>
              <a:rPr lang="en-US"/>
              <a:t> ở </a:t>
            </a:r>
            <a:r>
              <a:rPr lang="en-US" err="1"/>
              <a:t>doanh</a:t>
            </a:r>
            <a:r>
              <a:rPr lang="en-US"/>
              <a:t> </a:t>
            </a:r>
            <a:r>
              <a:rPr lang="en-US" err="1"/>
              <a:t>nghiệp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kết</a:t>
            </a:r>
            <a:r>
              <a:rPr lang="en-US"/>
              <a:t> </a:t>
            </a:r>
            <a:r>
              <a:rPr lang="en-US" err="1"/>
              <a:t>quả</a:t>
            </a:r>
            <a:r>
              <a:rPr lang="en-US"/>
              <a:t> </a:t>
            </a:r>
            <a:r>
              <a:rPr lang="en-US" err="1"/>
              <a:t>đạt</a:t>
            </a:r>
            <a:r>
              <a:rPr lang="en-US"/>
              <a:t> </a:t>
            </a:r>
            <a:r>
              <a:rPr lang="en-US" err="1"/>
              <a:t>được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B7D0C-C043-45EA-9A9E-CBB7E7E7D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Các </a:t>
            </a:r>
            <a:r>
              <a:rPr lang="en-US" err="1"/>
              <a:t>công</a:t>
            </a:r>
            <a:r>
              <a:rPr lang="en-US"/>
              <a:t> </a:t>
            </a:r>
            <a:r>
              <a:rPr lang="en-US" err="1"/>
              <a:t>việc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giao</a:t>
            </a:r>
            <a:r>
              <a:rPr lang="en-US"/>
              <a:t>:</a:t>
            </a:r>
          </a:p>
          <a:p>
            <a:pPr lvl="1"/>
            <a:r>
              <a:rPr lang="en-US" err="1"/>
              <a:t>Tìm</a:t>
            </a:r>
            <a:r>
              <a:rPr lang="en-US"/>
              <a:t> </a:t>
            </a:r>
            <a:r>
              <a:rPr lang="en-US" err="1"/>
              <a:t>hiểu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xây</a:t>
            </a:r>
            <a:r>
              <a:rPr lang="en-US"/>
              <a:t> </a:t>
            </a:r>
            <a:r>
              <a:rPr lang="en-US" err="1"/>
              <a:t>dựng</a:t>
            </a:r>
            <a:r>
              <a:rPr lang="en-US"/>
              <a:t> </a:t>
            </a:r>
            <a:r>
              <a:rPr lang="en-US" err="1"/>
              <a:t>chức</a:t>
            </a:r>
            <a:r>
              <a:rPr lang="en-US"/>
              <a:t> </a:t>
            </a:r>
            <a:r>
              <a:rPr lang="en-US" err="1"/>
              <a:t>năng</a:t>
            </a:r>
            <a:r>
              <a:rPr lang="en-US"/>
              <a:t> </a:t>
            </a:r>
            <a:r>
              <a:rPr lang="en-US" err="1"/>
              <a:t>hỗ</a:t>
            </a:r>
            <a:r>
              <a:rPr lang="en-US"/>
              <a:t> </a:t>
            </a:r>
            <a:r>
              <a:rPr lang="en-US" err="1"/>
              <a:t>trợ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chiếu</a:t>
            </a:r>
            <a:r>
              <a:rPr lang="en-US"/>
              <a:t> </a:t>
            </a:r>
            <a:r>
              <a:rPr lang="en-US" err="1"/>
              <a:t>bài</a:t>
            </a:r>
            <a:r>
              <a:rPr lang="en-US"/>
              <a:t> </a:t>
            </a:r>
            <a:r>
              <a:rPr lang="en-US" err="1"/>
              <a:t>giảng</a:t>
            </a:r>
            <a:r>
              <a:rPr lang="en-US"/>
              <a:t> </a:t>
            </a:r>
            <a:r>
              <a:rPr lang="en-US" err="1"/>
              <a:t>bằng</a:t>
            </a:r>
            <a:r>
              <a:rPr lang="en-US"/>
              <a:t> HTML, CSS, </a:t>
            </a:r>
            <a:r>
              <a:rPr lang="en-US" err="1"/>
              <a:t>Javascript</a:t>
            </a:r>
            <a:r>
              <a:rPr lang="en-US"/>
              <a:t>.</a:t>
            </a:r>
          </a:p>
          <a:p>
            <a:pPr lvl="2"/>
            <a:r>
              <a:rPr lang="en-US" err="1"/>
              <a:t>Chức</a:t>
            </a:r>
            <a:r>
              <a:rPr lang="en-US"/>
              <a:t> </a:t>
            </a:r>
            <a:r>
              <a:rPr lang="en-US" err="1"/>
              <a:t>năng</a:t>
            </a:r>
            <a:r>
              <a:rPr lang="en-US"/>
              <a:t> </a:t>
            </a:r>
            <a:r>
              <a:rPr lang="en-US" err="1"/>
              <a:t>xử</a:t>
            </a:r>
            <a:r>
              <a:rPr lang="en-US"/>
              <a:t> </a:t>
            </a:r>
            <a:r>
              <a:rPr lang="en-US" err="1"/>
              <a:t>lý</a:t>
            </a:r>
            <a:r>
              <a:rPr lang="en-US"/>
              <a:t> </a:t>
            </a:r>
            <a:r>
              <a:rPr lang="en-US" err="1"/>
              <a:t>đường</a:t>
            </a:r>
            <a:r>
              <a:rPr lang="en-US"/>
              <a:t> </a:t>
            </a:r>
            <a:r>
              <a:rPr lang="en-US" err="1"/>
              <a:t>kẻ</a:t>
            </a:r>
            <a:r>
              <a:rPr lang="en-US"/>
              <a:t>, </a:t>
            </a:r>
            <a:r>
              <a:rPr lang="en-US" err="1"/>
              <a:t>hình</a:t>
            </a:r>
            <a:r>
              <a:rPr lang="en-US"/>
              <a:t> </a:t>
            </a:r>
            <a:r>
              <a:rPr lang="en-US" err="1"/>
              <a:t>dạng</a:t>
            </a:r>
            <a:r>
              <a:rPr lang="en-US"/>
              <a:t>.</a:t>
            </a:r>
          </a:p>
          <a:p>
            <a:pPr lvl="2"/>
            <a:r>
              <a:rPr lang="en-US" err="1"/>
              <a:t>Chức</a:t>
            </a:r>
            <a:r>
              <a:rPr lang="en-US"/>
              <a:t> </a:t>
            </a:r>
            <a:r>
              <a:rPr lang="en-US" err="1"/>
              <a:t>năng</a:t>
            </a:r>
            <a:r>
              <a:rPr lang="en-US"/>
              <a:t> </a:t>
            </a:r>
            <a:r>
              <a:rPr lang="en-US" err="1"/>
              <a:t>xử</a:t>
            </a:r>
            <a:r>
              <a:rPr lang="en-US"/>
              <a:t> </a:t>
            </a:r>
            <a:r>
              <a:rPr lang="en-US" err="1"/>
              <a:t>lý</a:t>
            </a:r>
            <a:r>
              <a:rPr lang="en-US"/>
              <a:t> </a:t>
            </a:r>
            <a:r>
              <a:rPr lang="en-US" err="1"/>
              <a:t>bài</a:t>
            </a:r>
            <a:r>
              <a:rPr lang="en-US"/>
              <a:t> </a:t>
            </a:r>
            <a:r>
              <a:rPr lang="en-US" err="1"/>
              <a:t>tập</a:t>
            </a:r>
            <a:r>
              <a:rPr lang="en-US"/>
              <a:t> </a:t>
            </a:r>
            <a:r>
              <a:rPr lang="en-US" err="1"/>
              <a:t>lựa</a:t>
            </a:r>
            <a:r>
              <a:rPr lang="en-US"/>
              <a:t> </a:t>
            </a:r>
            <a:r>
              <a:rPr lang="en-US" err="1"/>
              <a:t>chọn</a:t>
            </a:r>
            <a:r>
              <a:rPr lang="en-US"/>
              <a:t> 1 </a:t>
            </a:r>
            <a:r>
              <a:rPr lang="en-US" err="1"/>
              <a:t>đáp</a:t>
            </a:r>
            <a:r>
              <a:rPr lang="en-US"/>
              <a:t> </a:t>
            </a:r>
            <a:r>
              <a:rPr lang="en-US" err="1"/>
              <a:t>án</a:t>
            </a:r>
            <a:r>
              <a:rPr lang="en-US"/>
              <a:t>, </a:t>
            </a:r>
            <a:r>
              <a:rPr lang="en-US" err="1"/>
              <a:t>lựa</a:t>
            </a:r>
            <a:r>
              <a:rPr lang="en-US"/>
              <a:t> </a:t>
            </a:r>
            <a:r>
              <a:rPr lang="en-US" err="1"/>
              <a:t>chọn</a:t>
            </a:r>
            <a:r>
              <a:rPr lang="en-US"/>
              <a:t> </a:t>
            </a:r>
            <a:r>
              <a:rPr lang="en-US" err="1"/>
              <a:t>nhiều</a:t>
            </a:r>
            <a:r>
              <a:rPr lang="en-US"/>
              <a:t> </a:t>
            </a:r>
            <a:r>
              <a:rPr lang="en-US" err="1"/>
              <a:t>đáp</a:t>
            </a:r>
            <a:r>
              <a:rPr lang="en-US"/>
              <a:t> </a:t>
            </a:r>
            <a:r>
              <a:rPr lang="en-US" err="1"/>
              <a:t>án</a:t>
            </a:r>
            <a:r>
              <a:rPr lang="en-US"/>
              <a:t>, </a:t>
            </a:r>
            <a:r>
              <a:rPr lang="en-US" err="1"/>
              <a:t>lựa</a:t>
            </a:r>
            <a:r>
              <a:rPr lang="en-US"/>
              <a:t> </a:t>
            </a:r>
            <a:r>
              <a:rPr lang="en-US" err="1"/>
              <a:t>chọn</a:t>
            </a:r>
            <a:r>
              <a:rPr lang="en-US"/>
              <a:t> </a:t>
            </a:r>
            <a:r>
              <a:rPr lang="en-US" err="1"/>
              <a:t>đúng</a:t>
            </a:r>
            <a:r>
              <a:rPr lang="en-US"/>
              <a:t> </a:t>
            </a:r>
            <a:r>
              <a:rPr lang="en-US" err="1"/>
              <a:t>sai</a:t>
            </a:r>
            <a:r>
              <a:rPr lang="en-US"/>
              <a:t>.</a:t>
            </a:r>
          </a:p>
          <a:p>
            <a:pPr lvl="2"/>
            <a:r>
              <a:rPr lang="en-US" err="1"/>
              <a:t>Chức</a:t>
            </a:r>
            <a:r>
              <a:rPr lang="en-US"/>
              <a:t> </a:t>
            </a:r>
            <a:r>
              <a:rPr lang="en-US" err="1"/>
              <a:t>năng</a:t>
            </a:r>
            <a:r>
              <a:rPr lang="en-US"/>
              <a:t> </a:t>
            </a:r>
            <a:r>
              <a:rPr lang="en-US" err="1"/>
              <a:t>xử</a:t>
            </a:r>
            <a:r>
              <a:rPr lang="en-US"/>
              <a:t> </a:t>
            </a:r>
            <a:r>
              <a:rPr lang="en-US" err="1"/>
              <a:t>lý</a:t>
            </a:r>
            <a:r>
              <a:rPr lang="en-US"/>
              <a:t> </a:t>
            </a:r>
            <a:r>
              <a:rPr lang="en-US" err="1"/>
              <a:t>bài</a:t>
            </a:r>
            <a:r>
              <a:rPr lang="en-US"/>
              <a:t> </a:t>
            </a:r>
            <a:r>
              <a:rPr lang="en-US" err="1"/>
              <a:t>tập</a:t>
            </a:r>
            <a:r>
              <a:rPr lang="en-US"/>
              <a:t> </a:t>
            </a:r>
            <a:r>
              <a:rPr lang="en-US" err="1"/>
              <a:t>sắp</a:t>
            </a:r>
            <a:r>
              <a:rPr lang="en-US"/>
              <a:t> </a:t>
            </a:r>
            <a:r>
              <a:rPr lang="en-US" err="1"/>
              <a:t>xếp</a:t>
            </a:r>
            <a:r>
              <a:rPr lang="en-US"/>
              <a:t> </a:t>
            </a:r>
            <a:r>
              <a:rPr lang="en-US" err="1"/>
              <a:t>thứ</a:t>
            </a:r>
            <a:r>
              <a:rPr lang="en-US"/>
              <a:t> </a:t>
            </a:r>
            <a:r>
              <a:rPr lang="en-US" err="1"/>
              <a:t>tự</a:t>
            </a:r>
            <a:r>
              <a:rPr lang="en-US"/>
              <a:t>, </a:t>
            </a:r>
            <a:r>
              <a:rPr lang="en-US" err="1"/>
              <a:t>bài</a:t>
            </a:r>
            <a:r>
              <a:rPr lang="en-US"/>
              <a:t> </a:t>
            </a:r>
            <a:r>
              <a:rPr lang="en-US" err="1"/>
              <a:t>tập</a:t>
            </a:r>
            <a:r>
              <a:rPr lang="en-US"/>
              <a:t> </a:t>
            </a:r>
            <a:r>
              <a:rPr lang="en-US" err="1"/>
              <a:t>đánh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.</a:t>
            </a:r>
          </a:p>
          <a:p>
            <a:pPr lvl="1"/>
            <a:r>
              <a:rPr lang="en-US" err="1"/>
              <a:t>Tìm</a:t>
            </a:r>
            <a:r>
              <a:rPr lang="en-US"/>
              <a:t> </a:t>
            </a:r>
            <a:r>
              <a:rPr lang="en-US" err="1"/>
              <a:t>hiểu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xây</a:t>
            </a:r>
            <a:r>
              <a:rPr lang="en-US"/>
              <a:t> </a:t>
            </a:r>
            <a:r>
              <a:rPr lang="en-US" err="1"/>
              <a:t>dựng</a:t>
            </a:r>
            <a:r>
              <a:rPr lang="en-US"/>
              <a:t> game </a:t>
            </a:r>
            <a:r>
              <a:rPr lang="en-US" err="1"/>
              <a:t>bằng</a:t>
            </a:r>
            <a:r>
              <a:rPr lang="en-US"/>
              <a:t> Gdevelop5 </a:t>
            </a:r>
            <a:r>
              <a:rPr lang="en-US" err="1"/>
              <a:t>và</a:t>
            </a:r>
            <a:r>
              <a:rPr lang="en-US"/>
              <a:t> Adobe Illustrator.</a:t>
            </a:r>
          </a:p>
          <a:p>
            <a:pPr lvl="1"/>
            <a:r>
              <a:rPr lang="en-US" err="1"/>
              <a:t>Tìm</a:t>
            </a:r>
            <a:r>
              <a:rPr lang="en-US"/>
              <a:t> </a:t>
            </a:r>
            <a:r>
              <a:rPr lang="en-US" err="1"/>
              <a:t>hiểu</a:t>
            </a:r>
            <a:r>
              <a:rPr lang="en-US"/>
              <a:t> </a:t>
            </a:r>
            <a:r>
              <a:rPr lang="en-US" err="1"/>
              <a:t>về</a:t>
            </a:r>
            <a:r>
              <a:rPr lang="en-US"/>
              <a:t> React, </a:t>
            </a:r>
            <a:r>
              <a:rPr lang="en-US" err="1"/>
              <a:t>NextJS</a:t>
            </a:r>
            <a:r>
              <a:rPr lang="en-US"/>
              <a:t>, Tailwind CSS, Prisma, MySQL, Gitlab </a:t>
            </a:r>
            <a:r>
              <a:rPr lang="en-US" err="1"/>
              <a:t>và</a:t>
            </a:r>
            <a:r>
              <a:rPr lang="en-US"/>
              <a:t> code </a:t>
            </a:r>
            <a:r>
              <a:rPr lang="en-US" err="1"/>
              <a:t>trang</a:t>
            </a:r>
            <a:r>
              <a:rPr lang="en-US"/>
              <a:t> bkt.net.vn (</a:t>
            </a:r>
            <a:r>
              <a:rPr lang="en-US" err="1"/>
              <a:t>sản</a:t>
            </a:r>
            <a:r>
              <a:rPr lang="en-US"/>
              <a:t> </a:t>
            </a:r>
            <a:r>
              <a:rPr lang="en-US" err="1"/>
              <a:t>phẩm</a:t>
            </a:r>
            <a:r>
              <a:rPr lang="en-US"/>
              <a:t>, tin </a:t>
            </a:r>
            <a:r>
              <a:rPr lang="en-US" err="1"/>
              <a:t>tức</a:t>
            </a:r>
            <a:r>
              <a:rPr lang="en-US"/>
              <a:t>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B2A59-F9C7-4772-9C4E-F97F40E03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D01B09-9BFA-4E25-B6F7-A45121277496}" type="datetime1">
              <a:rPr kumimoji="0" lang="vi-V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  <a:alpha val="6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31/10/2025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  <a:alpha val="60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B2569-5166-41CD-963D-A4E78F845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75000"/>
                    <a:alpha val="60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TTDN NGÀNH CÔNG NGHỆ THÔNG TIN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2D092-91BD-48FD-BEA3-0FF193CAD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0112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2D4F1-3CDA-4E5A-BCFF-6C25D17C2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6190B-C080-EE34-D118-856B8F7EB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Công </a:t>
            </a:r>
            <a:r>
              <a:rPr lang="en-US" err="1"/>
              <a:t>việc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giao</a:t>
            </a:r>
            <a:r>
              <a:rPr lang="en-US"/>
              <a:t> ở </a:t>
            </a:r>
            <a:r>
              <a:rPr lang="en-US" err="1"/>
              <a:t>doanh</a:t>
            </a:r>
            <a:r>
              <a:rPr lang="en-US"/>
              <a:t> </a:t>
            </a:r>
            <a:r>
              <a:rPr lang="en-US" err="1"/>
              <a:t>nghiệp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kết</a:t>
            </a:r>
            <a:r>
              <a:rPr lang="en-US"/>
              <a:t> </a:t>
            </a:r>
            <a:r>
              <a:rPr lang="en-US" err="1"/>
              <a:t>quả</a:t>
            </a:r>
            <a:r>
              <a:rPr lang="en-US"/>
              <a:t> </a:t>
            </a:r>
            <a:r>
              <a:rPr lang="en-US" err="1"/>
              <a:t>đạt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(</a:t>
            </a:r>
            <a:r>
              <a:rPr lang="en-US" err="1"/>
              <a:t>tiếp</a:t>
            </a:r>
            <a:r>
              <a:rPr lang="en-US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C6398-5C28-37B8-24B0-40DF3A6F6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/>
              <a:t>Kết</a:t>
            </a:r>
            <a:r>
              <a:rPr lang="en-US"/>
              <a:t> </a:t>
            </a:r>
            <a:r>
              <a:rPr lang="en-US" err="1"/>
              <a:t>quả</a:t>
            </a:r>
            <a:r>
              <a:rPr lang="en-US"/>
              <a:t> </a:t>
            </a:r>
            <a:r>
              <a:rPr lang="en-US" err="1"/>
              <a:t>đạt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:</a:t>
            </a:r>
          </a:p>
          <a:p>
            <a:pPr lvl="1"/>
            <a:r>
              <a:rPr lang="en-US" err="1"/>
              <a:t>Xây</a:t>
            </a:r>
            <a:r>
              <a:rPr lang="en-US"/>
              <a:t> </a:t>
            </a:r>
            <a:r>
              <a:rPr lang="en-US" err="1"/>
              <a:t>dựng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hoàn</a:t>
            </a:r>
            <a:r>
              <a:rPr lang="en-US"/>
              <a:t> </a:t>
            </a:r>
            <a:r>
              <a:rPr lang="en-US" err="1"/>
              <a:t>thiện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trang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chiếu</a:t>
            </a:r>
            <a:r>
              <a:rPr lang="en-US"/>
              <a:t> </a:t>
            </a:r>
            <a:r>
              <a:rPr lang="en-US" err="1"/>
              <a:t>bài</a:t>
            </a:r>
            <a:r>
              <a:rPr lang="en-US"/>
              <a:t> </a:t>
            </a:r>
            <a:r>
              <a:rPr lang="en-US" err="1"/>
              <a:t>giảng</a:t>
            </a:r>
            <a:r>
              <a:rPr lang="en-US"/>
              <a:t> </a:t>
            </a:r>
            <a:r>
              <a:rPr lang="en-US" err="1"/>
              <a:t>hiển</a:t>
            </a:r>
            <a:r>
              <a:rPr lang="en-US"/>
              <a:t> </a:t>
            </a:r>
            <a:r>
              <a:rPr lang="en-US" err="1"/>
              <a:t>thị</a:t>
            </a:r>
            <a:r>
              <a:rPr lang="en-US"/>
              <a:t> </a:t>
            </a:r>
            <a:r>
              <a:rPr lang="en-US" err="1"/>
              <a:t>nội</a:t>
            </a:r>
            <a:r>
              <a:rPr lang="en-US"/>
              <a:t> dung </a:t>
            </a:r>
            <a:r>
              <a:rPr lang="en-US" err="1"/>
              <a:t>từ</a:t>
            </a:r>
            <a:r>
              <a:rPr lang="en-US"/>
              <a:t> file Json </a:t>
            </a:r>
            <a:r>
              <a:rPr lang="en-US" err="1"/>
              <a:t>lên</a:t>
            </a:r>
            <a:r>
              <a:rPr lang="en-US"/>
              <a:t> HTML </a:t>
            </a:r>
            <a:r>
              <a:rPr lang="en-US" err="1"/>
              <a:t>bằng</a:t>
            </a:r>
            <a:r>
              <a:rPr lang="en-US"/>
              <a:t> JS.</a:t>
            </a:r>
          </a:p>
          <a:p>
            <a:pPr lvl="1"/>
            <a:r>
              <a:rPr lang="en-US" err="1"/>
              <a:t>Xây</a:t>
            </a:r>
            <a:r>
              <a:rPr lang="en-US"/>
              <a:t> </a:t>
            </a:r>
            <a:r>
              <a:rPr lang="en-US" err="1"/>
              <a:t>dựng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hoàn</a:t>
            </a:r>
            <a:r>
              <a:rPr lang="en-US"/>
              <a:t> </a:t>
            </a:r>
            <a:r>
              <a:rPr lang="en-US" err="1"/>
              <a:t>thiện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8 game bao </a:t>
            </a:r>
            <a:r>
              <a:rPr lang="en-US" err="1"/>
              <a:t>gồm</a:t>
            </a:r>
            <a:r>
              <a:rPr lang="en-US"/>
              <a:t>: 5 game </a:t>
            </a:r>
            <a:r>
              <a:rPr lang="en-US" err="1"/>
              <a:t>Đồ</a:t>
            </a:r>
            <a:r>
              <a:rPr lang="en-US"/>
              <a:t> </a:t>
            </a:r>
            <a:r>
              <a:rPr lang="en-US" err="1"/>
              <a:t>dùng</a:t>
            </a:r>
            <a:r>
              <a:rPr lang="en-US"/>
              <a:t> </a:t>
            </a:r>
            <a:r>
              <a:rPr lang="en-US" err="1"/>
              <a:t>gia</a:t>
            </a:r>
            <a:r>
              <a:rPr lang="en-US"/>
              <a:t> </a:t>
            </a:r>
            <a:r>
              <a:rPr lang="en-US" err="1"/>
              <a:t>đình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3 game </a:t>
            </a:r>
            <a:r>
              <a:rPr lang="en-US" err="1"/>
              <a:t>Tìm</a:t>
            </a:r>
            <a:r>
              <a:rPr lang="en-US"/>
              <a:t> </a:t>
            </a:r>
            <a:r>
              <a:rPr lang="en-US" err="1"/>
              <a:t>bóng</a:t>
            </a:r>
            <a:r>
              <a:rPr lang="en-US"/>
              <a:t>.</a:t>
            </a:r>
          </a:p>
          <a:p>
            <a:pPr lvl="1"/>
            <a:r>
              <a:rPr lang="en-US" err="1"/>
              <a:t>Tìm</a:t>
            </a:r>
            <a:r>
              <a:rPr lang="en-US"/>
              <a:t> </a:t>
            </a:r>
            <a:r>
              <a:rPr lang="en-US" err="1"/>
              <a:t>hiểu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xây</a:t>
            </a:r>
            <a:r>
              <a:rPr lang="en-US"/>
              <a:t> </a:t>
            </a:r>
            <a:r>
              <a:rPr lang="en-US" err="1"/>
              <a:t>dựng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giao</a:t>
            </a:r>
            <a:r>
              <a:rPr lang="en-US"/>
              <a:t> </a:t>
            </a:r>
            <a:r>
              <a:rPr lang="en-US" err="1"/>
              <a:t>diện</a:t>
            </a:r>
            <a:r>
              <a:rPr lang="en-US"/>
              <a:t> 1 </a:t>
            </a:r>
            <a:r>
              <a:rPr lang="en-US" err="1"/>
              <a:t>trang</a:t>
            </a:r>
            <a:r>
              <a:rPr lang="en-US"/>
              <a:t> web </a:t>
            </a:r>
            <a:r>
              <a:rPr lang="en-US" err="1"/>
              <a:t>bán</a:t>
            </a:r>
            <a:r>
              <a:rPr lang="en-US"/>
              <a:t> coffee.</a:t>
            </a:r>
          </a:p>
          <a:p>
            <a:pPr lvl="1"/>
            <a:r>
              <a:rPr lang="en-US" err="1"/>
              <a:t>Tìm</a:t>
            </a:r>
            <a:r>
              <a:rPr lang="en-US"/>
              <a:t> </a:t>
            </a:r>
            <a:r>
              <a:rPr lang="en-US" err="1"/>
              <a:t>hiểu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tiếp</a:t>
            </a:r>
            <a:r>
              <a:rPr lang="en-US"/>
              <a:t> </a:t>
            </a:r>
            <a:r>
              <a:rPr lang="en-US" err="1"/>
              <a:t>tục</a:t>
            </a:r>
            <a:r>
              <a:rPr lang="en-US"/>
              <a:t> </a:t>
            </a:r>
            <a:r>
              <a:rPr lang="en-US" err="1"/>
              <a:t>xây</a:t>
            </a:r>
            <a:r>
              <a:rPr lang="en-US"/>
              <a:t> </a:t>
            </a:r>
            <a:r>
              <a:rPr lang="en-US" err="1"/>
              <a:t>dựng</a:t>
            </a:r>
            <a:r>
              <a:rPr lang="en-US"/>
              <a:t> </a:t>
            </a:r>
            <a:r>
              <a:rPr lang="en-US" err="1"/>
              <a:t>trang</a:t>
            </a:r>
            <a:r>
              <a:rPr lang="en-US"/>
              <a:t> </a:t>
            </a:r>
            <a:r>
              <a:rPr lang="en-US" err="1"/>
              <a:t>sản</a:t>
            </a:r>
            <a:r>
              <a:rPr lang="en-US"/>
              <a:t> </a:t>
            </a:r>
            <a:r>
              <a:rPr lang="en-US" err="1"/>
              <a:t>phẩm</a:t>
            </a:r>
            <a:r>
              <a:rPr lang="en-US"/>
              <a:t>, </a:t>
            </a:r>
            <a:r>
              <a:rPr lang="en-US" err="1"/>
              <a:t>trang</a:t>
            </a:r>
            <a:r>
              <a:rPr lang="en-US"/>
              <a:t> tin </a:t>
            </a:r>
            <a:r>
              <a:rPr lang="en-US" err="1"/>
              <a:t>tức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website bkt.net.vn</a:t>
            </a:r>
          </a:p>
          <a:p>
            <a:pPr lvl="1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5D3AB-F4A6-8E26-BAB5-AB33896C4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D01B09-9BFA-4E25-B6F7-A45121277496}" type="datetime1">
              <a:rPr kumimoji="0" lang="vi-V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  <a:alpha val="6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31/10/2025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  <a:alpha val="60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436C1-0E34-9B87-5DC7-553A35719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75000"/>
                    <a:alpha val="60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TTDN NGÀNH CÔNG NGHỆ THÔNG TIN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7D3AA-8D9C-67A7-2D94-2F2B11F9F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0804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F058A-36F4-DF47-6D95-640DF8D1D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52921-783A-65E8-8878-79F3DB6A5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</a:t>
            </a:r>
            <a:r>
              <a:rPr lang="en-US" err="1"/>
              <a:t>Đánh</a:t>
            </a:r>
            <a:r>
              <a:rPr lang="en-US"/>
              <a:t> </a:t>
            </a:r>
            <a:r>
              <a:rPr lang="en-US" err="1"/>
              <a:t>giá</a:t>
            </a:r>
            <a:r>
              <a:rPr lang="en-US"/>
              <a:t> </a:t>
            </a:r>
            <a:r>
              <a:rPr lang="en-US" err="1"/>
              <a:t>kết</a:t>
            </a:r>
            <a:r>
              <a:rPr lang="en-US"/>
              <a:t> </a:t>
            </a:r>
            <a:r>
              <a:rPr lang="en-US" err="1"/>
              <a:t>quả</a:t>
            </a:r>
            <a:r>
              <a:rPr lang="en-US"/>
              <a:t> </a:t>
            </a:r>
            <a:r>
              <a:rPr lang="en-US" err="1"/>
              <a:t>thực</a:t>
            </a:r>
            <a:r>
              <a:rPr lang="en-US"/>
              <a:t> </a:t>
            </a:r>
            <a:r>
              <a:rPr lang="en-US" err="1"/>
              <a:t>tập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B1D92-9296-B38D-0C17-6075F31E0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/>
              <a:t>Về</a:t>
            </a:r>
            <a:r>
              <a:rPr lang="en-US"/>
              <a:t> </a:t>
            </a:r>
            <a:r>
              <a:rPr lang="en-US" err="1"/>
              <a:t>kiến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:</a:t>
            </a:r>
          </a:p>
          <a:p>
            <a:pPr lvl="1"/>
            <a:r>
              <a:rPr lang="en-US" err="1"/>
              <a:t>Củng</a:t>
            </a:r>
            <a:r>
              <a:rPr lang="en-US"/>
              <a:t> </a:t>
            </a:r>
            <a:r>
              <a:rPr lang="en-US" err="1"/>
              <a:t>cố</a:t>
            </a:r>
            <a:r>
              <a:rPr lang="en-US"/>
              <a:t> </a:t>
            </a:r>
            <a:r>
              <a:rPr lang="en-US" err="1"/>
              <a:t>kiến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</a:t>
            </a:r>
            <a:r>
              <a:rPr lang="en-US" err="1"/>
              <a:t>nền</a:t>
            </a:r>
            <a:r>
              <a:rPr lang="en-US"/>
              <a:t> </a:t>
            </a:r>
            <a:r>
              <a:rPr lang="en-US" err="1"/>
              <a:t>tảng</a:t>
            </a:r>
            <a:r>
              <a:rPr lang="en-US"/>
              <a:t> </a:t>
            </a:r>
            <a:r>
              <a:rPr lang="en-US" err="1"/>
              <a:t>về</a:t>
            </a:r>
            <a:r>
              <a:rPr lang="en-US"/>
              <a:t> HTML, CSS, JavaScript.</a:t>
            </a:r>
          </a:p>
          <a:p>
            <a:pPr lvl="1"/>
            <a:r>
              <a:rPr lang="en-US"/>
              <a:t>Học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cách</a:t>
            </a:r>
            <a:r>
              <a:rPr lang="en-US"/>
              <a:t> </a:t>
            </a:r>
            <a:r>
              <a:rPr lang="en-US" err="1"/>
              <a:t>xây</a:t>
            </a:r>
            <a:r>
              <a:rPr lang="en-US"/>
              <a:t> </a:t>
            </a:r>
            <a:r>
              <a:rPr lang="en-US" err="1"/>
              <a:t>dựng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game </a:t>
            </a:r>
            <a:r>
              <a:rPr lang="en-US" err="1"/>
              <a:t>tương</a:t>
            </a:r>
            <a:r>
              <a:rPr lang="en-US"/>
              <a:t> </a:t>
            </a:r>
            <a:r>
              <a:rPr lang="en-US" err="1"/>
              <a:t>tác</a:t>
            </a:r>
            <a:r>
              <a:rPr lang="en-US"/>
              <a:t> </a:t>
            </a:r>
            <a:r>
              <a:rPr lang="en-US" err="1"/>
              <a:t>phục</a:t>
            </a:r>
            <a:r>
              <a:rPr lang="en-US"/>
              <a:t> </a:t>
            </a:r>
            <a:r>
              <a:rPr lang="en-US" err="1"/>
              <a:t>vụ</a:t>
            </a:r>
            <a:r>
              <a:rPr lang="en-US"/>
              <a:t> </a:t>
            </a:r>
            <a:r>
              <a:rPr lang="en-US" err="1"/>
              <a:t>công</a:t>
            </a:r>
            <a:r>
              <a:rPr lang="en-US"/>
              <a:t> </a:t>
            </a:r>
            <a:r>
              <a:rPr lang="en-US" err="1"/>
              <a:t>việc</a:t>
            </a:r>
            <a:r>
              <a:rPr lang="en-US"/>
              <a:t> </a:t>
            </a:r>
            <a:r>
              <a:rPr lang="en-US" err="1"/>
              <a:t>giảng</a:t>
            </a:r>
            <a:r>
              <a:rPr lang="en-US"/>
              <a:t> </a:t>
            </a:r>
            <a:r>
              <a:rPr lang="en-US" err="1"/>
              <a:t>dạy</a:t>
            </a:r>
            <a:r>
              <a:rPr lang="en-US"/>
              <a:t>.</a:t>
            </a:r>
          </a:p>
          <a:p>
            <a:pPr lvl="1"/>
            <a:r>
              <a:rPr lang="en-US" err="1"/>
              <a:t>Tiếp</a:t>
            </a:r>
            <a:r>
              <a:rPr lang="en-US"/>
              <a:t> </a:t>
            </a:r>
            <a:r>
              <a:rPr lang="en-US" err="1"/>
              <a:t>cận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thêm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công</a:t>
            </a:r>
            <a:r>
              <a:rPr lang="en-US"/>
              <a:t> </a:t>
            </a:r>
            <a:r>
              <a:rPr lang="en-US" err="1"/>
              <a:t>nghệ</a:t>
            </a:r>
            <a:r>
              <a:rPr lang="en-US"/>
              <a:t> </a:t>
            </a:r>
            <a:r>
              <a:rPr lang="en-US" err="1"/>
              <a:t>mới</a:t>
            </a:r>
            <a:r>
              <a:rPr lang="en-US"/>
              <a:t> </a:t>
            </a:r>
            <a:r>
              <a:rPr lang="en-US" err="1"/>
              <a:t>chưa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học</a:t>
            </a:r>
            <a:r>
              <a:rPr lang="en-US"/>
              <a:t> </a:t>
            </a:r>
            <a:r>
              <a:rPr lang="en-US" err="1"/>
              <a:t>tại</a:t>
            </a:r>
            <a:r>
              <a:rPr lang="en-US"/>
              <a:t> </a:t>
            </a:r>
            <a:r>
              <a:rPr lang="en-US" err="1"/>
              <a:t>trường</a:t>
            </a:r>
            <a:r>
              <a:rPr lang="en-US"/>
              <a:t> </a:t>
            </a:r>
            <a:r>
              <a:rPr lang="en-US" err="1"/>
              <a:t>như</a:t>
            </a:r>
            <a:r>
              <a:rPr lang="en-US"/>
              <a:t> React, </a:t>
            </a:r>
            <a:r>
              <a:rPr lang="en-US" err="1"/>
              <a:t>NextJS</a:t>
            </a:r>
            <a:r>
              <a:rPr lang="en-US"/>
              <a:t>, Tailwind CSS, Prisma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cách</a:t>
            </a:r>
            <a:r>
              <a:rPr lang="en-US"/>
              <a:t> </a:t>
            </a:r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 Gitlab.</a:t>
            </a:r>
          </a:p>
          <a:p>
            <a:r>
              <a:rPr lang="en-US" err="1"/>
              <a:t>Về</a:t>
            </a:r>
            <a:r>
              <a:rPr lang="en-US"/>
              <a:t> </a:t>
            </a:r>
            <a:r>
              <a:rPr lang="en-US" err="1"/>
              <a:t>kỹ</a:t>
            </a:r>
            <a:r>
              <a:rPr lang="en-US"/>
              <a:t> </a:t>
            </a:r>
            <a:r>
              <a:rPr lang="en-US" err="1"/>
              <a:t>năng</a:t>
            </a:r>
            <a:r>
              <a:rPr lang="en-US"/>
              <a:t>:</a:t>
            </a:r>
          </a:p>
          <a:p>
            <a:pPr lvl="1"/>
            <a:r>
              <a:rPr lang="en-US" err="1"/>
              <a:t>Nâng</a:t>
            </a:r>
            <a:r>
              <a:rPr lang="en-US"/>
              <a:t> </a:t>
            </a:r>
            <a:r>
              <a:rPr lang="en-US" err="1"/>
              <a:t>cao</a:t>
            </a:r>
            <a:r>
              <a:rPr lang="en-US"/>
              <a:t> </a:t>
            </a:r>
            <a:r>
              <a:rPr lang="en-US" err="1"/>
              <a:t>kỹ</a:t>
            </a:r>
            <a:r>
              <a:rPr lang="en-US"/>
              <a:t> </a:t>
            </a:r>
            <a:r>
              <a:rPr lang="en-US" err="1"/>
              <a:t>năng</a:t>
            </a:r>
            <a:r>
              <a:rPr lang="en-US"/>
              <a:t> </a:t>
            </a:r>
            <a:r>
              <a:rPr lang="en-US" err="1"/>
              <a:t>lập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thực</a:t>
            </a:r>
            <a:r>
              <a:rPr lang="en-US"/>
              <a:t> </a:t>
            </a:r>
            <a:r>
              <a:rPr lang="en-US" err="1"/>
              <a:t>tế</a:t>
            </a:r>
            <a:r>
              <a:rPr lang="en-US"/>
              <a:t>, </a:t>
            </a:r>
            <a:r>
              <a:rPr lang="en-US" err="1"/>
              <a:t>xử</a:t>
            </a:r>
            <a:r>
              <a:rPr lang="en-US"/>
              <a:t> </a:t>
            </a:r>
            <a:r>
              <a:rPr lang="en-US" err="1"/>
              <a:t>lý</a:t>
            </a:r>
            <a:r>
              <a:rPr lang="en-US"/>
              <a:t> </a:t>
            </a:r>
            <a:r>
              <a:rPr lang="en-US" err="1"/>
              <a:t>vấn</a:t>
            </a:r>
            <a:r>
              <a:rPr lang="en-US"/>
              <a:t> </a:t>
            </a:r>
            <a:r>
              <a:rPr lang="en-US" err="1"/>
              <a:t>đề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hoàn</a:t>
            </a:r>
            <a:r>
              <a:rPr lang="en-US"/>
              <a:t> </a:t>
            </a:r>
            <a:r>
              <a:rPr lang="en-US" err="1"/>
              <a:t>thiện</a:t>
            </a:r>
            <a:r>
              <a:rPr lang="en-US"/>
              <a:t> </a:t>
            </a:r>
            <a:r>
              <a:rPr lang="en-US" err="1"/>
              <a:t>sản</a:t>
            </a:r>
            <a:r>
              <a:rPr lang="en-US"/>
              <a:t> </a:t>
            </a:r>
            <a:r>
              <a:rPr lang="en-US" err="1"/>
              <a:t>phẩm</a:t>
            </a:r>
            <a:r>
              <a:rPr lang="en-US"/>
              <a:t>.</a:t>
            </a:r>
          </a:p>
          <a:p>
            <a:pPr lvl="1"/>
            <a:r>
              <a:rPr lang="en-US" err="1"/>
              <a:t>Nâng</a:t>
            </a:r>
            <a:r>
              <a:rPr lang="en-US"/>
              <a:t> </a:t>
            </a:r>
            <a:r>
              <a:rPr lang="en-US" err="1"/>
              <a:t>cao</a:t>
            </a:r>
            <a:r>
              <a:rPr lang="en-US"/>
              <a:t> </a:t>
            </a:r>
            <a:r>
              <a:rPr lang="en-US" err="1"/>
              <a:t>kỹ</a:t>
            </a:r>
            <a:r>
              <a:rPr lang="en-US"/>
              <a:t> </a:t>
            </a:r>
            <a:r>
              <a:rPr lang="en-US" err="1"/>
              <a:t>năng</a:t>
            </a:r>
            <a:r>
              <a:rPr lang="en-US"/>
              <a:t> </a:t>
            </a:r>
            <a:r>
              <a:rPr lang="en-US" err="1"/>
              <a:t>tự</a:t>
            </a:r>
            <a:r>
              <a:rPr lang="en-US"/>
              <a:t> </a:t>
            </a:r>
            <a:r>
              <a:rPr lang="en-US" err="1"/>
              <a:t>học</a:t>
            </a:r>
            <a:r>
              <a:rPr lang="en-US"/>
              <a:t>, </a:t>
            </a:r>
            <a:r>
              <a:rPr lang="en-US" err="1"/>
              <a:t>tra</a:t>
            </a:r>
            <a:r>
              <a:rPr lang="en-US"/>
              <a:t> </a:t>
            </a:r>
            <a:r>
              <a:rPr lang="en-US" err="1"/>
              <a:t>cứu</a:t>
            </a:r>
            <a:r>
              <a:rPr lang="en-US"/>
              <a:t> </a:t>
            </a:r>
            <a:r>
              <a:rPr lang="en-US" err="1"/>
              <a:t>tài</a:t>
            </a:r>
            <a:r>
              <a:rPr lang="en-US"/>
              <a:t> </a:t>
            </a:r>
            <a:r>
              <a:rPr lang="en-US" err="1"/>
              <a:t>liệu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làm</a:t>
            </a:r>
            <a:r>
              <a:rPr lang="en-US"/>
              <a:t> </a:t>
            </a:r>
            <a:r>
              <a:rPr lang="en-US" err="1"/>
              <a:t>việc</a:t>
            </a:r>
            <a:r>
              <a:rPr lang="en-US"/>
              <a:t> </a:t>
            </a:r>
            <a:r>
              <a:rPr lang="en-US" err="1"/>
              <a:t>độc</a:t>
            </a:r>
            <a:r>
              <a:rPr lang="en-US"/>
              <a:t> </a:t>
            </a:r>
            <a:r>
              <a:rPr lang="en-US" err="1"/>
              <a:t>lập</a:t>
            </a:r>
            <a:r>
              <a:rPr lang="en-US"/>
              <a:t>.</a:t>
            </a:r>
          </a:p>
          <a:p>
            <a:pPr lvl="1"/>
            <a:r>
              <a:rPr lang="vi-VN"/>
              <a:t>Rèn luyện khả năng trình bày, làm báo cáo và giao tiếp trong môi trường làm việc chuyên nghiệp.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29F2A-1CAF-C598-965F-7683BD71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D01B09-9BFA-4E25-B6F7-A45121277496}" type="datetime1">
              <a:rPr kumimoji="0" lang="vi-V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  <a:alpha val="6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31/10/2025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  <a:alpha val="60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FC1F0-7942-2986-41EB-473FA271F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75000"/>
                    <a:alpha val="60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TTDN NGÀNH CÔNG NGHỆ THÔNG TIN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874D5-6325-08F2-E88D-1D80E296D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108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55C0A-2089-FDA2-13FA-50C0B205B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197DD-81FD-ED1C-41D2-89C791B54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</a:t>
            </a:r>
            <a:r>
              <a:rPr lang="en-US" err="1"/>
              <a:t>Đánh</a:t>
            </a:r>
            <a:r>
              <a:rPr lang="en-US"/>
              <a:t> </a:t>
            </a:r>
            <a:r>
              <a:rPr lang="en-US" err="1"/>
              <a:t>giá</a:t>
            </a:r>
            <a:r>
              <a:rPr lang="en-US"/>
              <a:t> </a:t>
            </a:r>
            <a:r>
              <a:rPr lang="en-US" err="1"/>
              <a:t>kết</a:t>
            </a:r>
            <a:r>
              <a:rPr lang="en-US"/>
              <a:t> </a:t>
            </a:r>
            <a:r>
              <a:rPr lang="en-US" err="1"/>
              <a:t>quả</a:t>
            </a:r>
            <a:r>
              <a:rPr lang="en-US"/>
              <a:t> </a:t>
            </a:r>
            <a:r>
              <a:rPr lang="en-US" err="1"/>
              <a:t>thực</a:t>
            </a:r>
            <a:r>
              <a:rPr lang="en-US"/>
              <a:t> </a:t>
            </a:r>
            <a:r>
              <a:rPr lang="en-US" err="1"/>
              <a:t>tập</a:t>
            </a:r>
            <a:r>
              <a:rPr lang="en-US"/>
              <a:t> (</a:t>
            </a:r>
            <a:r>
              <a:rPr lang="en-US" err="1"/>
              <a:t>tiếp</a:t>
            </a:r>
            <a:r>
              <a:rPr lang="en-US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3F534-CBBC-F571-FFC0-CAD1EEC3B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/>
              <a:t>Đánh</a:t>
            </a:r>
            <a:r>
              <a:rPr lang="en-US"/>
              <a:t> </a:t>
            </a:r>
            <a:r>
              <a:rPr lang="en-US" err="1"/>
              <a:t>giá</a:t>
            </a:r>
            <a:r>
              <a:rPr lang="en-US"/>
              <a:t> </a:t>
            </a:r>
            <a:r>
              <a:rPr lang="en-US" err="1"/>
              <a:t>tổng</a:t>
            </a:r>
            <a:r>
              <a:rPr lang="en-US"/>
              <a:t> </a:t>
            </a:r>
            <a:r>
              <a:rPr lang="en-US" err="1"/>
              <a:t>quát</a:t>
            </a:r>
            <a:r>
              <a:rPr lang="en-US"/>
              <a:t>:</a:t>
            </a:r>
          </a:p>
          <a:p>
            <a:pPr lvl="1"/>
            <a:r>
              <a:rPr lang="en-US"/>
              <a:t>Em </a:t>
            </a:r>
            <a:r>
              <a:rPr lang="en-US" err="1"/>
              <a:t>tự</a:t>
            </a:r>
            <a:r>
              <a:rPr lang="en-US"/>
              <a:t> </a:t>
            </a:r>
            <a:r>
              <a:rPr lang="en-US" err="1"/>
              <a:t>đánh</a:t>
            </a:r>
            <a:r>
              <a:rPr lang="en-US"/>
              <a:t> </a:t>
            </a:r>
            <a:r>
              <a:rPr lang="en-US" err="1"/>
              <a:t>giá</a:t>
            </a:r>
            <a:r>
              <a:rPr lang="en-US"/>
              <a:t> </a:t>
            </a:r>
            <a:r>
              <a:rPr lang="en-US" err="1"/>
              <a:t>bản</a:t>
            </a:r>
            <a:r>
              <a:rPr lang="en-US"/>
              <a:t> </a:t>
            </a:r>
            <a:r>
              <a:rPr lang="en-US" err="1"/>
              <a:t>thân</a:t>
            </a:r>
            <a:r>
              <a:rPr lang="en-US"/>
              <a:t> </a:t>
            </a:r>
            <a:r>
              <a:rPr lang="en-US" err="1"/>
              <a:t>đã</a:t>
            </a:r>
            <a:r>
              <a:rPr lang="en-US"/>
              <a:t> </a:t>
            </a:r>
            <a:r>
              <a:rPr lang="en-US" err="1"/>
              <a:t>đáp</a:t>
            </a:r>
            <a:r>
              <a:rPr lang="en-US"/>
              <a:t> </a:t>
            </a:r>
            <a:r>
              <a:rPr lang="en-US" err="1"/>
              <a:t>ứng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công</a:t>
            </a:r>
            <a:r>
              <a:rPr lang="en-US"/>
              <a:t> </a:t>
            </a:r>
            <a:r>
              <a:rPr lang="en-US" err="1"/>
              <a:t>việc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giao</a:t>
            </a:r>
            <a:r>
              <a:rPr lang="en-US"/>
              <a:t>. </a:t>
            </a:r>
          </a:p>
          <a:p>
            <a:pPr lvl="1"/>
            <a:r>
              <a:rPr lang="en-US"/>
              <a:t>Tuy </a:t>
            </a:r>
            <a:r>
              <a:rPr lang="en-US" err="1"/>
              <a:t>nhiên</a:t>
            </a:r>
            <a:r>
              <a:rPr lang="en-US"/>
              <a:t>,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cũng</a:t>
            </a:r>
            <a:r>
              <a:rPr lang="en-US"/>
              <a:t> </a:t>
            </a:r>
            <a:r>
              <a:rPr lang="en-US" err="1"/>
              <a:t>cảm</a:t>
            </a:r>
            <a:r>
              <a:rPr lang="en-US"/>
              <a:t> </a:t>
            </a:r>
            <a:r>
              <a:rPr lang="en-US" err="1"/>
              <a:t>nhận</a:t>
            </a:r>
            <a:r>
              <a:rPr lang="en-US"/>
              <a:t> </a:t>
            </a:r>
            <a:r>
              <a:rPr lang="en-US" err="1"/>
              <a:t>thấy</a:t>
            </a:r>
            <a:r>
              <a:rPr lang="en-US"/>
              <a:t> </a:t>
            </a:r>
            <a:r>
              <a:rPr lang="en-US" err="1"/>
              <a:t>bản</a:t>
            </a:r>
            <a:r>
              <a:rPr lang="en-US"/>
              <a:t> </a:t>
            </a:r>
            <a:r>
              <a:rPr lang="en-US" err="1"/>
              <a:t>thân</a:t>
            </a:r>
            <a:r>
              <a:rPr lang="en-US"/>
              <a:t> </a:t>
            </a:r>
            <a:r>
              <a:rPr lang="en-US" err="1"/>
              <a:t>còn</a:t>
            </a:r>
            <a:r>
              <a:rPr lang="en-US"/>
              <a:t> </a:t>
            </a:r>
            <a:r>
              <a:rPr lang="en-US" err="1"/>
              <a:t>nhiều</a:t>
            </a:r>
            <a:r>
              <a:rPr lang="en-US"/>
              <a:t> </a:t>
            </a:r>
            <a:r>
              <a:rPr lang="en-US" err="1"/>
              <a:t>hạn</a:t>
            </a:r>
            <a:r>
              <a:rPr lang="en-US"/>
              <a:t> </a:t>
            </a:r>
            <a:r>
              <a:rPr lang="en-US" err="1"/>
              <a:t>chế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cần</a:t>
            </a:r>
            <a:r>
              <a:rPr lang="en-US"/>
              <a:t> </a:t>
            </a:r>
            <a:r>
              <a:rPr lang="en-US" err="1"/>
              <a:t>tiếp</a:t>
            </a:r>
            <a:r>
              <a:rPr lang="en-US"/>
              <a:t> </a:t>
            </a:r>
            <a:r>
              <a:rPr lang="en-US" err="1"/>
              <a:t>tục</a:t>
            </a:r>
            <a:r>
              <a:rPr lang="en-US"/>
              <a:t> </a:t>
            </a:r>
            <a:r>
              <a:rPr lang="en-US" err="1"/>
              <a:t>rèn</a:t>
            </a:r>
            <a:r>
              <a:rPr lang="en-US"/>
              <a:t> </a:t>
            </a:r>
            <a:r>
              <a:rPr lang="en-US" err="1"/>
              <a:t>luyện</a:t>
            </a:r>
            <a:r>
              <a:rPr lang="en-US"/>
              <a:t> </a:t>
            </a:r>
            <a:r>
              <a:rPr lang="en-US" err="1"/>
              <a:t>thêm</a:t>
            </a:r>
            <a:r>
              <a:rPr lang="en-US"/>
              <a:t> </a:t>
            </a:r>
            <a:r>
              <a:rPr lang="en-US" err="1"/>
              <a:t>về</a:t>
            </a:r>
            <a:r>
              <a:rPr lang="en-US"/>
              <a:t> </a:t>
            </a:r>
            <a:r>
              <a:rPr lang="en-US" err="1"/>
              <a:t>kỹ</a:t>
            </a:r>
            <a:r>
              <a:rPr lang="en-US"/>
              <a:t> </a:t>
            </a:r>
            <a:r>
              <a:rPr lang="en-US" err="1"/>
              <a:t>năng</a:t>
            </a:r>
            <a:r>
              <a:rPr lang="en-US"/>
              <a:t> </a:t>
            </a:r>
            <a:r>
              <a:rPr lang="en-US" err="1"/>
              <a:t>tự</a:t>
            </a:r>
            <a:r>
              <a:rPr lang="en-US"/>
              <a:t> </a:t>
            </a:r>
            <a:r>
              <a:rPr lang="en-US" err="1"/>
              <a:t>học</a:t>
            </a:r>
            <a:r>
              <a:rPr lang="en-US"/>
              <a:t>, </a:t>
            </a:r>
            <a:r>
              <a:rPr lang="en-US" err="1"/>
              <a:t>tự</a:t>
            </a:r>
            <a:r>
              <a:rPr lang="en-US"/>
              <a:t> </a:t>
            </a:r>
            <a:r>
              <a:rPr lang="en-US" err="1"/>
              <a:t>tìm</a:t>
            </a:r>
            <a:r>
              <a:rPr lang="en-US"/>
              <a:t> </a:t>
            </a:r>
            <a:r>
              <a:rPr lang="en-US" err="1"/>
              <a:t>hiểu</a:t>
            </a:r>
            <a:r>
              <a:rPr lang="en-US"/>
              <a:t>, </a:t>
            </a:r>
            <a:r>
              <a:rPr lang="en-US" err="1"/>
              <a:t>quản</a:t>
            </a:r>
            <a:r>
              <a:rPr lang="en-US"/>
              <a:t> </a:t>
            </a:r>
            <a:r>
              <a:rPr lang="en-US" err="1"/>
              <a:t>lý</a:t>
            </a:r>
            <a:r>
              <a:rPr lang="en-US"/>
              <a:t> </a:t>
            </a:r>
            <a:r>
              <a:rPr lang="en-US" err="1"/>
              <a:t>thời</a:t>
            </a:r>
            <a:r>
              <a:rPr lang="en-US"/>
              <a:t> </a:t>
            </a:r>
            <a:r>
              <a:rPr lang="en-US" err="1"/>
              <a:t>gian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mở</a:t>
            </a:r>
            <a:r>
              <a:rPr lang="en-US"/>
              <a:t> </a:t>
            </a:r>
            <a:r>
              <a:rPr lang="en-US" err="1"/>
              <a:t>rộng</a:t>
            </a:r>
            <a:r>
              <a:rPr lang="en-US"/>
              <a:t> </a:t>
            </a:r>
            <a:r>
              <a:rPr lang="en-US" err="1"/>
              <a:t>thêm</a:t>
            </a:r>
            <a:r>
              <a:rPr lang="en-US"/>
              <a:t> </a:t>
            </a:r>
            <a:r>
              <a:rPr lang="en-US" err="1"/>
              <a:t>kiến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</a:t>
            </a:r>
            <a:r>
              <a:rPr lang="en-US" err="1"/>
              <a:t>lập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69649-CECA-3EC7-8988-EEFA74030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D01B09-9BFA-4E25-B6F7-A45121277496}" type="datetime1">
              <a:rPr kumimoji="0" lang="vi-V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  <a:alpha val="6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31/10/2025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  <a:alpha val="60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5E6A4-5E40-2A3F-C5A6-DB5A83FDE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75000"/>
                    <a:alpha val="60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TTDN NGÀNH CÔNG NGHỆ THÔNG TIN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F7387-6D67-A153-B1D2-D03AC2CC0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952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FF659-0541-4839-90F9-B723AE05D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</a:t>
            </a:r>
            <a:r>
              <a:rPr lang="en-US" err="1"/>
              <a:t>Hướng</a:t>
            </a:r>
            <a:r>
              <a:rPr lang="en-US"/>
              <a:t> </a:t>
            </a:r>
            <a:r>
              <a:rPr lang="en-US" err="1"/>
              <a:t>phát</a:t>
            </a:r>
            <a:r>
              <a:rPr lang="en-US"/>
              <a:t> </a:t>
            </a:r>
            <a:r>
              <a:rPr lang="en-US" err="1"/>
              <a:t>triển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đề</a:t>
            </a:r>
            <a:r>
              <a:rPr lang="en-US"/>
              <a:t> </a:t>
            </a:r>
            <a:r>
              <a:rPr lang="en-US" err="1"/>
              <a:t>tài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định</a:t>
            </a:r>
            <a:r>
              <a:rPr lang="en-US"/>
              <a:t> </a:t>
            </a:r>
            <a:r>
              <a:rPr lang="en-US" err="1"/>
              <a:t>hướng</a:t>
            </a:r>
            <a:r>
              <a:rPr lang="en-US"/>
              <a:t> </a:t>
            </a:r>
            <a:r>
              <a:rPr lang="en-US" err="1"/>
              <a:t>đồ</a:t>
            </a:r>
            <a:r>
              <a:rPr lang="en-US"/>
              <a:t> </a:t>
            </a:r>
            <a:r>
              <a:rPr lang="en-US" err="1"/>
              <a:t>án</a:t>
            </a:r>
            <a:r>
              <a:rPr lang="en-US"/>
              <a:t> </a:t>
            </a:r>
            <a:r>
              <a:rPr lang="en-US" err="1"/>
              <a:t>tốt</a:t>
            </a:r>
            <a:r>
              <a:rPr lang="en-US"/>
              <a:t> </a:t>
            </a:r>
            <a:r>
              <a:rPr lang="en-US" err="1"/>
              <a:t>nghiệp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B7D0C-C043-45EA-9A9E-CBB7E7E7D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Định </a:t>
            </a:r>
            <a:r>
              <a:rPr lang="en-US" err="1"/>
              <a:t>hướng</a:t>
            </a:r>
            <a:r>
              <a:rPr lang="en-US"/>
              <a:t> </a:t>
            </a:r>
            <a:r>
              <a:rPr lang="en-US" err="1"/>
              <a:t>phát</a:t>
            </a:r>
            <a:r>
              <a:rPr lang="en-US"/>
              <a:t> </a:t>
            </a:r>
            <a:r>
              <a:rPr lang="en-US" err="1"/>
              <a:t>triển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đề</a:t>
            </a:r>
            <a:r>
              <a:rPr lang="en-US"/>
              <a:t> </a:t>
            </a:r>
            <a:r>
              <a:rPr lang="en-US" err="1"/>
              <a:t>tài</a:t>
            </a:r>
            <a:r>
              <a:rPr lang="en-US"/>
              <a:t>:</a:t>
            </a:r>
          </a:p>
          <a:p>
            <a:pPr lvl="1"/>
            <a:r>
              <a:rPr lang="vi-VN"/>
              <a:t>Mở rộng phạm vi nội dung trò chơi:</a:t>
            </a:r>
            <a:r>
              <a:rPr lang="en-US"/>
              <a:t> </a:t>
            </a:r>
            <a:r>
              <a:rPr lang="en-US" err="1"/>
              <a:t>Mở</a:t>
            </a:r>
            <a:r>
              <a:rPr lang="en-US"/>
              <a:t> </a:t>
            </a:r>
            <a:r>
              <a:rPr lang="en-US" err="1"/>
              <a:t>rộng</a:t>
            </a:r>
            <a:r>
              <a:rPr lang="en-US"/>
              <a:t> sang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chủ</a:t>
            </a:r>
            <a:r>
              <a:rPr lang="en-US"/>
              <a:t> </a:t>
            </a:r>
            <a:r>
              <a:rPr lang="en-US" err="1"/>
              <a:t>đề</a:t>
            </a:r>
            <a:r>
              <a:rPr lang="en-US"/>
              <a:t> </a:t>
            </a:r>
            <a:r>
              <a:rPr lang="en-US" err="1"/>
              <a:t>Toán</a:t>
            </a:r>
            <a:r>
              <a:rPr lang="en-US"/>
              <a:t> </a:t>
            </a:r>
            <a:r>
              <a:rPr lang="en-US" err="1"/>
              <a:t>học</a:t>
            </a:r>
            <a:r>
              <a:rPr lang="en-US"/>
              <a:t>, </a:t>
            </a:r>
            <a:r>
              <a:rPr lang="en-US" err="1"/>
              <a:t>Tiếng</a:t>
            </a:r>
            <a:r>
              <a:rPr lang="en-US"/>
              <a:t> Anh, </a:t>
            </a:r>
            <a:r>
              <a:rPr lang="en-US" err="1"/>
              <a:t>Lịch</a:t>
            </a:r>
            <a:r>
              <a:rPr lang="en-US"/>
              <a:t> </a:t>
            </a:r>
            <a:r>
              <a:rPr lang="en-US" err="1"/>
              <a:t>sử</a:t>
            </a:r>
            <a:r>
              <a:rPr lang="en-US"/>
              <a:t>, </a:t>
            </a:r>
            <a:r>
              <a:rPr lang="en-US" err="1"/>
              <a:t>Địa</a:t>
            </a:r>
            <a:r>
              <a:rPr lang="en-US"/>
              <a:t> </a:t>
            </a:r>
            <a:r>
              <a:rPr lang="en-US" err="1"/>
              <a:t>lý</a:t>
            </a:r>
            <a:r>
              <a:rPr lang="en-US"/>
              <a:t>…</a:t>
            </a:r>
          </a:p>
          <a:p>
            <a:pPr lvl="1"/>
            <a:r>
              <a:rPr lang="vi-VN"/>
              <a:t>Tăng cường tính cá nhân hóa và khả năng tương tác:</a:t>
            </a:r>
            <a:r>
              <a:rPr lang="en-US"/>
              <a:t> </a:t>
            </a:r>
            <a:r>
              <a:rPr lang="vi-VN"/>
              <a:t>Áp dụng AI để phân tích hành vi người chơi và đề xuất nội dung phù hợp</a:t>
            </a:r>
            <a:r>
              <a:rPr lang="en-US"/>
              <a:t>.</a:t>
            </a:r>
          </a:p>
          <a:p>
            <a:pPr lvl="1"/>
            <a:r>
              <a:rPr lang="vi-VN"/>
              <a:t>Hướng tới sản phẩm thương mại: Biến trò chơi thành một bộ sản phẩm có tính ứng dụng cao, phù hợp </a:t>
            </a:r>
            <a:r>
              <a:rPr lang="en-US" err="1"/>
              <a:t>dễ</a:t>
            </a:r>
            <a:r>
              <a:rPr lang="en-US"/>
              <a:t> </a:t>
            </a:r>
            <a:r>
              <a:rPr lang="vi-VN"/>
              <a:t>triển khai</a:t>
            </a:r>
            <a:r>
              <a:rPr lang="en-US"/>
              <a:t>.</a:t>
            </a:r>
          </a:p>
          <a:p>
            <a:r>
              <a:rPr lang="vi-VN"/>
              <a:t>Định hướng của em cho đồ án tốt nghiệp</a:t>
            </a:r>
            <a:r>
              <a:rPr lang="en-US"/>
              <a:t>:</a:t>
            </a:r>
            <a:r>
              <a:rPr lang="vi-VN"/>
              <a:t> </a:t>
            </a:r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vi-VN"/>
              <a:t> NextJS, Tailwind CSS,</a:t>
            </a:r>
            <a:r>
              <a:rPr lang="en-US"/>
              <a:t> Prisma, MySQL</a:t>
            </a:r>
            <a:r>
              <a:rPr lang="vi-VN"/>
              <a:t>… xây dựng 1 trang web bán hàng phục vụ công việc kinh doanh các mặt hàng văn phòng phẩm, mỹ phẩm, đồ chơi trẻ em của gia đình.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B2A59-F9C7-4772-9C4E-F97F40E03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D01B09-9BFA-4E25-B6F7-A45121277496}" type="datetime1">
              <a:rPr kumimoji="0" lang="vi-V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  <a:alpha val="6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31/10/2025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  <a:alpha val="60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B2569-5166-41CD-963D-A4E78F845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75000"/>
                    <a:alpha val="60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TTDN NGÀNH CÔNG NGHỆ THÔNG TIN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2D092-91BD-48FD-BEA3-0FF193CAD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8195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FF659-0541-4839-90F9-B723AE05D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6. </a:t>
            </a:r>
            <a:r>
              <a:rPr lang="en-US" err="1"/>
              <a:t>Kết</a:t>
            </a:r>
            <a:r>
              <a:rPr lang="en-US"/>
              <a:t> </a:t>
            </a:r>
            <a:r>
              <a:rPr lang="en-US" err="1"/>
              <a:t>luận</a:t>
            </a:r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B7D0C-C043-45EA-9A9E-CBB7E7E7D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Trong </a:t>
            </a:r>
            <a:r>
              <a:rPr lang="en-US" err="1"/>
              <a:t>khoảng</a:t>
            </a:r>
            <a:r>
              <a:rPr lang="en-US"/>
              <a:t> </a:t>
            </a:r>
            <a:r>
              <a:rPr lang="en-US" err="1"/>
              <a:t>thời</a:t>
            </a:r>
            <a:r>
              <a:rPr lang="en-US"/>
              <a:t> </a:t>
            </a:r>
            <a:r>
              <a:rPr lang="en-US" err="1"/>
              <a:t>gian</a:t>
            </a:r>
            <a:r>
              <a:rPr lang="en-US"/>
              <a:t> </a:t>
            </a:r>
            <a:r>
              <a:rPr lang="en-US" err="1"/>
              <a:t>thực</a:t>
            </a:r>
            <a:r>
              <a:rPr lang="en-US"/>
              <a:t> </a:t>
            </a:r>
            <a:r>
              <a:rPr lang="en-US" err="1"/>
              <a:t>tập</a:t>
            </a:r>
            <a:r>
              <a:rPr lang="en-US"/>
              <a:t> </a:t>
            </a:r>
            <a:r>
              <a:rPr lang="en-US" err="1"/>
              <a:t>đã</a:t>
            </a:r>
            <a:r>
              <a:rPr lang="en-US"/>
              <a:t> </a:t>
            </a:r>
            <a:r>
              <a:rPr lang="en-US" err="1"/>
              <a:t>giúp</a:t>
            </a:r>
            <a:r>
              <a:rPr lang="en-US"/>
              <a:t> </a:t>
            </a:r>
            <a:r>
              <a:rPr lang="vi-VN"/>
              <a:t>em đã ôn tập và vận dụng hiệu quả các kiến thức đã học tại trường</a:t>
            </a:r>
            <a:r>
              <a:rPr lang="en-US"/>
              <a:t>.</a:t>
            </a:r>
          </a:p>
          <a:p>
            <a:r>
              <a:rPr lang="en-US"/>
              <a:t>T</a:t>
            </a:r>
            <a:r>
              <a:rPr lang="vi-VN"/>
              <a:t>iếp cận thêm nhiều công nghệ và công cụ mới như GDevelop 5, Adobe Illustrator, Tailwind CSS, React, NextJS, Prisma, GitLab,…</a:t>
            </a:r>
            <a:endParaRPr lang="en-US"/>
          </a:p>
          <a:p>
            <a:r>
              <a:rPr lang="en-US"/>
              <a:t>Rèn </a:t>
            </a:r>
            <a:r>
              <a:rPr lang="en-US" err="1"/>
              <a:t>luyện</a:t>
            </a:r>
            <a:r>
              <a:rPr lang="en-US"/>
              <a:t> </a:t>
            </a:r>
            <a:r>
              <a:rPr lang="en-US" err="1"/>
              <a:t>kỹ</a:t>
            </a:r>
            <a:r>
              <a:rPr lang="en-US"/>
              <a:t> </a:t>
            </a:r>
            <a:r>
              <a:rPr lang="en-US" err="1"/>
              <a:t>năng</a:t>
            </a:r>
            <a:r>
              <a:rPr lang="en-US"/>
              <a:t>, </a:t>
            </a:r>
            <a:r>
              <a:rPr lang="en-US" err="1"/>
              <a:t>thái</a:t>
            </a:r>
            <a:r>
              <a:rPr lang="en-US"/>
              <a:t> </a:t>
            </a:r>
            <a:r>
              <a:rPr lang="en-US" err="1"/>
              <a:t>độ</a:t>
            </a:r>
            <a:r>
              <a:rPr lang="en-US"/>
              <a:t> </a:t>
            </a:r>
            <a:r>
              <a:rPr lang="en-US" err="1"/>
              <a:t>làm</a:t>
            </a:r>
            <a:r>
              <a:rPr lang="en-US"/>
              <a:t> </a:t>
            </a:r>
            <a:r>
              <a:rPr lang="en-US" err="1"/>
              <a:t>việc</a:t>
            </a:r>
            <a:r>
              <a:rPr lang="en-US"/>
              <a:t> </a:t>
            </a:r>
            <a:r>
              <a:rPr lang="en-US" err="1"/>
              <a:t>chuyên</a:t>
            </a:r>
            <a:r>
              <a:rPr lang="en-US"/>
              <a:t> </a:t>
            </a:r>
            <a:r>
              <a:rPr lang="en-US" err="1"/>
              <a:t>nghiệp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khả</a:t>
            </a:r>
            <a:r>
              <a:rPr lang="en-US"/>
              <a:t> </a:t>
            </a:r>
            <a:r>
              <a:rPr lang="en-US" err="1"/>
              <a:t>năng</a:t>
            </a:r>
            <a:r>
              <a:rPr lang="en-US"/>
              <a:t> </a:t>
            </a:r>
            <a:r>
              <a:rPr lang="en-US" err="1"/>
              <a:t>tự</a:t>
            </a:r>
            <a:r>
              <a:rPr lang="en-US"/>
              <a:t> </a:t>
            </a:r>
            <a:r>
              <a:rPr lang="en-US" err="1"/>
              <a:t>học</a:t>
            </a:r>
            <a:r>
              <a:rPr lang="en-US"/>
              <a:t>, </a:t>
            </a:r>
            <a:r>
              <a:rPr lang="en-US" err="1"/>
              <a:t>tự</a:t>
            </a:r>
            <a:r>
              <a:rPr lang="en-US"/>
              <a:t> </a:t>
            </a:r>
            <a:r>
              <a:rPr lang="en-US" err="1"/>
              <a:t>nghiên</a:t>
            </a:r>
            <a:r>
              <a:rPr lang="en-US"/>
              <a:t> </a:t>
            </a:r>
            <a:r>
              <a:rPr lang="en-US" err="1"/>
              <a:t>cứu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bản</a:t>
            </a:r>
            <a:r>
              <a:rPr lang="en-US"/>
              <a:t> </a:t>
            </a:r>
            <a:r>
              <a:rPr lang="en-US" err="1"/>
              <a:t>thân</a:t>
            </a:r>
            <a:r>
              <a:rPr lang="en-US"/>
              <a:t>.</a:t>
            </a:r>
          </a:p>
          <a:p>
            <a:r>
              <a:rPr lang="vi-VN"/>
              <a:t>Em xin chân thành cảm ơn quý công ty BKT, anh Trịnh Anh Dương – quản lý/người hướng dẫn tại doanh nghiệp, và thầy Ngô Hùng Long - giảng viên hướng dẫn đã tạo điều kiện, chỉ dẫn tận tình để em hoàn thành kỳ thực tập này.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B2A59-F9C7-4772-9C4E-F97F40E03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D01B09-9BFA-4E25-B6F7-A45121277496}" type="datetime1">
              <a:rPr kumimoji="0" lang="vi-V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  <a:alpha val="6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31/10/2025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  <a:alpha val="60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B2569-5166-41CD-963D-A4E78F845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75000"/>
                    <a:alpha val="60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TTDN NGÀNH CÔNG NGHỆ THÔNG TIN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2D092-91BD-48FD-BEA3-0FF193CAD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587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2370931" y="3140968"/>
            <a:ext cx="7450137" cy="3330575"/>
          </a:xfrm>
        </p:spPr>
        <p:txBody>
          <a:bodyPr/>
          <a:lstStyle/>
          <a:p>
            <a:pPr algn="ctr"/>
            <a:r>
              <a:rPr lang="en-US" sz="800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376317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3059DFA-C5C9-43FA-91D5-FBDA02F41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9446301-8005-4203-ABE7-AC77BEAED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1. </a:t>
            </a:r>
            <a:r>
              <a:rPr lang="en-US" err="1"/>
              <a:t>Giới</a:t>
            </a:r>
            <a:r>
              <a:rPr lang="en-US"/>
              <a:t> </a:t>
            </a:r>
            <a:r>
              <a:rPr lang="en-US" err="1"/>
              <a:t>thiệu</a:t>
            </a:r>
            <a:r>
              <a:rPr lang="en-US"/>
              <a:t> </a:t>
            </a:r>
            <a:r>
              <a:rPr lang="en-US" err="1"/>
              <a:t>doanh</a:t>
            </a:r>
            <a:r>
              <a:rPr lang="en-US"/>
              <a:t> </a:t>
            </a:r>
            <a:r>
              <a:rPr lang="en-US" err="1"/>
              <a:t>nghiệp</a:t>
            </a:r>
            <a:endParaRPr lang="en-US"/>
          </a:p>
          <a:p>
            <a:r>
              <a:rPr lang="en-US"/>
              <a:t>2. </a:t>
            </a:r>
            <a:r>
              <a:rPr lang="en-US" err="1"/>
              <a:t>Giới</a:t>
            </a:r>
            <a:r>
              <a:rPr lang="en-US"/>
              <a:t> </a:t>
            </a:r>
            <a:r>
              <a:rPr lang="en-US" err="1"/>
              <a:t>thiệu</a:t>
            </a:r>
            <a:r>
              <a:rPr lang="en-US"/>
              <a:t> </a:t>
            </a:r>
            <a:r>
              <a:rPr lang="en-US" err="1"/>
              <a:t>đề</a:t>
            </a:r>
            <a:r>
              <a:rPr lang="en-US"/>
              <a:t> </a:t>
            </a:r>
            <a:r>
              <a:rPr lang="en-US" err="1"/>
              <a:t>tài</a:t>
            </a:r>
            <a:endParaRPr lang="en-US"/>
          </a:p>
          <a:p>
            <a:r>
              <a:rPr lang="en-US"/>
              <a:t>3. </a:t>
            </a:r>
            <a:r>
              <a:rPr lang="en-US" err="1"/>
              <a:t>Giới</a:t>
            </a:r>
            <a:r>
              <a:rPr lang="en-US"/>
              <a:t> </a:t>
            </a:r>
            <a:r>
              <a:rPr lang="en-US" err="1"/>
              <a:t>thiệu</a:t>
            </a:r>
            <a:r>
              <a:rPr lang="en-US"/>
              <a:t> </a:t>
            </a:r>
            <a:r>
              <a:rPr lang="en-US" err="1"/>
              <a:t>công</a:t>
            </a:r>
            <a:r>
              <a:rPr lang="en-US"/>
              <a:t> </a:t>
            </a:r>
            <a:r>
              <a:rPr lang="en-US" err="1"/>
              <a:t>việc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giao</a:t>
            </a:r>
            <a:r>
              <a:rPr lang="en-US"/>
              <a:t> ở </a:t>
            </a:r>
            <a:r>
              <a:rPr lang="en-US" err="1"/>
              <a:t>doanh</a:t>
            </a:r>
            <a:r>
              <a:rPr lang="en-US"/>
              <a:t> </a:t>
            </a:r>
            <a:r>
              <a:rPr lang="en-US" err="1"/>
              <a:t>nghiệp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kết</a:t>
            </a:r>
            <a:r>
              <a:rPr lang="en-US"/>
              <a:t> </a:t>
            </a:r>
            <a:r>
              <a:rPr lang="en-US" err="1"/>
              <a:t>quả</a:t>
            </a:r>
            <a:r>
              <a:rPr lang="en-US"/>
              <a:t> </a:t>
            </a:r>
            <a:r>
              <a:rPr lang="en-US" err="1"/>
              <a:t>đạt</a:t>
            </a:r>
            <a:r>
              <a:rPr lang="en-US"/>
              <a:t> </a:t>
            </a:r>
            <a:r>
              <a:rPr lang="en-US" err="1"/>
              <a:t>được</a:t>
            </a:r>
            <a:endParaRPr lang="en-US"/>
          </a:p>
          <a:p>
            <a:r>
              <a:rPr lang="en-US"/>
              <a:t>4. </a:t>
            </a:r>
            <a:r>
              <a:rPr lang="en-US" err="1"/>
              <a:t>Đánh</a:t>
            </a:r>
            <a:r>
              <a:rPr lang="en-US"/>
              <a:t> </a:t>
            </a:r>
            <a:r>
              <a:rPr lang="en-US" err="1"/>
              <a:t>giá</a:t>
            </a:r>
            <a:r>
              <a:rPr lang="en-US"/>
              <a:t> </a:t>
            </a:r>
            <a:r>
              <a:rPr lang="en-US" err="1"/>
              <a:t>kết</a:t>
            </a:r>
            <a:r>
              <a:rPr lang="en-US"/>
              <a:t> </a:t>
            </a:r>
            <a:r>
              <a:rPr lang="en-US" err="1"/>
              <a:t>quả</a:t>
            </a:r>
            <a:r>
              <a:rPr lang="en-US"/>
              <a:t> </a:t>
            </a:r>
            <a:r>
              <a:rPr lang="en-US" err="1"/>
              <a:t>thực</a:t>
            </a:r>
            <a:r>
              <a:rPr lang="en-US"/>
              <a:t> </a:t>
            </a:r>
            <a:r>
              <a:rPr lang="en-US" err="1"/>
              <a:t>tập</a:t>
            </a:r>
            <a:endParaRPr lang="en-US"/>
          </a:p>
          <a:p>
            <a:r>
              <a:rPr lang="en-US"/>
              <a:t>5. </a:t>
            </a:r>
            <a:r>
              <a:rPr lang="en-US" err="1"/>
              <a:t>Hướng</a:t>
            </a:r>
            <a:r>
              <a:rPr lang="en-US"/>
              <a:t> </a:t>
            </a:r>
            <a:r>
              <a:rPr lang="en-US" err="1"/>
              <a:t>phát</a:t>
            </a:r>
            <a:r>
              <a:rPr lang="en-US"/>
              <a:t> </a:t>
            </a:r>
            <a:r>
              <a:rPr lang="en-US" err="1"/>
              <a:t>triển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đề</a:t>
            </a:r>
            <a:r>
              <a:rPr lang="en-US"/>
              <a:t> </a:t>
            </a:r>
            <a:r>
              <a:rPr lang="en-US" err="1"/>
              <a:t>tài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định</a:t>
            </a:r>
            <a:r>
              <a:rPr lang="en-US"/>
              <a:t> </a:t>
            </a:r>
            <a:r>
              <a:rPr lang="en-US" err="1"/>
              <a:t>hướng</a:t>
            </a:r>
            <a:r>
              <a:rPr lang="en-US"/>
              <a:t> </a:t>
            </a:r>
            <a:r>
              <a:rPr lang="en-US" err="1"/>
              <a:t>đồ</a:t>
            </a:r>
            <a:r>
              <a:rPr lang="en-US"/>
              <a:t> </a:t>
            </a:r>
            <a:r>
              <a:rPr lang="en-US" err="1"/>
              <a:t>án</a:t>
            </a:r>
            <a:r>
              <a:rPr lang="en-US"/>
              <a:t> </a:t>
            </a:r>
            <a:r>
              <a:rPr lang="en-US" err="1"/>
              <a:t>tốt</a:t>
            </a:r>
            <a:r>
              <a:rPr lang="en-US"/>
              <a:t> </a:t>
            </a:r>
            <a:r>
              <a:rPr lang="en-US" err="1"/>
              <a:t>nghiệp</a:t>
            </a:r>
            <a:endParaRPr lang="en-US"/>
          </a:p>
          <a:p>
            <a:r>
              <a:rPr lang="en-US"/>
              <a:t>6. </a:t>
            </a:r>
            <a:r>
              <a:rPr lang="en-US" err="1"/>
              <a:t>Kết</a:t>
            </a:r>
            <a:r>
              <a:rPr lang="en-US"/>
              <a:t> </a:t>
            </a:r>
            <a:r>
              <a:rPr lang="en-US" err="1"/>
              <a:t>luận</a:t>
            </a:r>
            <a:endParaRPr lang="en-US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263C1-6BDC-4402-878A-9B288C389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D01B09-9BFA-4E25-B6F7-A45121277496}" type="datetime1">
              <a:rPr kumimoji="0" lang="vi-VN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  <a:alpha val="6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31/10/2025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  <a:alpha val="60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9283A-8669-478E-952A-913F19963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75000"/>
                    <a:alpha val="60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TTDN NGÀNH CÔNG NGHỆ THÔNG TIN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17A25-E20B-4082-A8CC-53615350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106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1120</Words>
  <Application>Microsoft Office PowerPoint</Application>
  <PresentationFormat>Widescreen</PresentationFormat>
  <Paragraphs>93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Century Gothic</vt:lpstr>
      <vt:lpstr>Times New Roman</vt:lpstr>
      <vt:lpstr>Wingdings 3</vt:lpstr>
      <vt:lpstr>Ion</vt:lpstr>
      <vt:lpstr>Tên đề tài:  THỰC TRẠNG &amp; PHÁT TRIỂN NGUỒN NHÂN LỰC CÔNG NGHỆ THÔNG TIN TẠI VIỆT NAM</vt:lpstr>
      <vt:lpstr>1. Giới thiệu doanh nghiệp</vt:lpstr>
      <vt:lpstr>2. Giới thiệu đề tài</vt:lpstr>
      <vt:lpstr>3. Công việc được giao ở doanh nghiệp và kết quả đạt được</vt:lpstr>
      <vt:lpstr>3. Công việc được giao ở doanh nghiệp và kết quả đạt được (tiếp)</vt:lpstr>
      <vt:lpstr>4. Đánh giá kết quả thực tập</vt:lpstr>
      <vt:lpstr>4. Đánh giá kết quả thực tập (tiếp)</vt:lpstr>
      <vt:lpstr>5. Hướng phát triển của đề tài và định hướng đồ án tốt nghiệp</vt:lpstr>
      <vt:lpstr>6. Kết luận </vt:lpstr>
      <vt:lpstr>THANK YOU!</vt:lpstr>
      <vt:lpstr>Nội dung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Mạnh Tài Nguyễn</dc:creator>
  <cp:lastModifiedBy>Mạnh Tài Nguyễn</cp:lastModifiedBy>
  <cp:revision>1</cp:revision>
  <dcterms:created xsi:type="dcterms:W3CDTF">2025-10-31T15:56:51Z</dcterms:created>
  <dcterms:modified xsi:type="dcterms:W3CDTF">2025-10-31T16:08:28Z</dcterms:modified>
</cp:coreProperties>
</file>